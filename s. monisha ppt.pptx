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type="screen4x3" cy="6858000" cx="9144000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1" fontAlgn="auto" hangingPunct="1" indent="0" latinLnBrk="0" marL="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algn="l" defTabSz="914400" eaLnBrk="1" fontAlgn="auto" hangingPunct="1" indent="0" latinLnBrk="0" marL="45720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algn="l" defTabSz="914400" eaLnBrk="1" fontAlgn="auto" hangingPunct="1" indent="0" latinLnBrk="0" marL="91440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algn="l" defTabSz="914400" eaLnBrk="1" fontAlgn="auto" hangingPunct="1" indent="0" latinLnBrk="0" marL="137160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algn="l" defTabSz="914400" eaLnBrk="1" fontAlgn="auto" hangingPunct="1" indent="0" latinLnBrk="0" marL="182880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algn="l" defTabSz="914400" eaLnBrk="1" fontAlgn="auto" hangingPunct="1" indent="0" latinLnBrk="0" marL="228600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algn="l" defTabSz="914400" eaLnBrk="1" fontAlgn="auto" hangingPunct="1" indent="0" latinLnBrk="0" marL="274320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algn="l" defTabSz="914400" eaLnBrk="1" fontAlgn="auto" hangingPunct="1" indent="0" latinLnBrk="0" marL="320040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algn="l" defTabSz="914400" eaLnBrk="1" fontAlgn="auto" hangingPunct="1" indent="0" latinLnBrk="0" marL="3200400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>
      <p:cViewPr varScale="1">
        <p:scale>
          <a:sx n="112" d="100"/>
          <a:sy n="112" d="100"/>
        </p:scale>
        <p:origin x="0" y="0"/>
      </p:cViewPr>
      <p:guideLst>
        <p:guide orient="horz" pos="2880"/>
        <p:guide pos="1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</p:cSldViewPr>
  </p:notesViewPr>
  <p:gridSpacing cx="72010" cy="7201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48789" name="Text box"/>
          <p:cNvSpPr>
            <a:spLocks noGrp="1"/>
          </p:cNvSpPr>
          <p:nvPr>
            <p:ph type="hdr"/>
          </p:nvPr>
        </p:nvSpPr>
        <p:spPr>
          <a:xfrm>
            <a:off x="0" y="0"/>
            <a:ext cx="5283200" cy="344488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pPr algn="l"/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48790" name="Text box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pPr algn="r"/>
            <a:fld id="{CAD2D6BD-DE1B-4B5F-8B41-2702339687B9}" type="datetime1">
              <a:rPr altLang="zh-CN" sz="1200" lang="en-US">
                <a:latin typeface="Calibri" charset="0"/>
                <a:ea typeface="等线" charset="0"/>
                <a:cs typeface="Calibri" charset="0"/>
              </a:rPr>
              <a:t>9/5/2025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48791" name="Object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48792" name="Text box"/>
          <p:cNvSpPr>
            <a:spLocks noGrp="1"/>
          </p:cNvSpPr>
          <p:nvPr>
            <p:ph type="body" idx="3"/>
          </p:nvPr>
        </p:nvSpPr>
        <p:spPr>
          <a:xfrm>
            <a:off x="1219200" y="3300412"/>
            <a:ext cx="9753600" cy="270033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r>
              <a:rPr altLang="zh-CN" lang="en-US"/>
              <a:t>Click to edit Master text styles</a:t>
            </a:r>
          </a:p>
          <a:p>
            <a:pPr lvl="1"/>
            <a:r>
              <a:rPr altLang="zh-CN" lang="en-US"/>
              <a:t>Second level</a:t>
            </a:r>
          </a:p>
          <a:p>
            <a:pPr lvl="2"/>
            <a:r>
              <a:rPr altLang="zh-CN" lang="en-US"/>
              <a:t>Third level</a:t>
            </a:r>
          </a:p>
          <a:p>
            <a:pPr lvl="3"/>
            <a:r>
              <a:rPr altLang="zh-CN" lang="en-US"/>
              <a:t>Fourth level</a:t>
            </a:r>
          </a:p>
          <a:p>
            <a:pPr lvl="4"/>
            <a:r>
              <a:rPr altLang="zh-CN" lang="en-US"/>
              <a:t>Fifth level</a:t>
            </a:r>
            <a:endParaRPr altLang="en-US" lang="zh-CN"/>
          </a:p>
        </p:txBody>
      </p:sp>
      <p:sp>
        <p:nvSpPr>
          <p:cNvPr id="1048793" name="Text box"/>
          <p:cNvSpPr>
            <a:spLocks noGrp="1"/>
          </p:cNvSpPr>
          <p:nvPr>
            <p:ph type="ftr" idx="4"/>
          </p:nvPr>
        </p:nvSpPr>
        <p:spPr>
          <a:xfrm>
            <a:off x="0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l"/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hf dt="0" ftr="0" hdr="0" sldNum="1"/>
  <p:notesStyle>
    <a:lvl1pPr algn="l" defTabSz="914400" eaLnBrk="1" fontAlgn="auto" hangingPunct="1" indent="0" latinLnBrk="0" marL="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1pPr>
    <a:lvl2pPr algn="l" defTabSz="914400" eaLnBrk="1" fontAlgn="auto" hangingPunct="1" indent="0" latinLnBrk="0" marL="45720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2pPr>
    <a:lvl3pPr algn="l" defTabSz="914400" eaLnBrk="1" fontAlgn="auto" hangingPunct="1" indent="0" latinLnBrk="0" marL="91440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3pPr>
    <a:lvl4pPr algn="l" defTabSz="914400" eaLnBrk="1" fontAlgn="auto" hangingPunct="1" indent="0" latinLnBrk="0" marL="137160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4pPr>
    <a:lvl5pPr algn="l" defTabSz="914400" eaLnBrk="1" fontAlgn="auto" hangingPunct="1" indent="0" latinLnBrk="0" marL="182880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5pPr>
    <a:lvl6pPr algn="l" defTabSz="914400" eaLnBrk="1" fontAlgn="auto" hangingPunct="1" indent="0" latinLnBrk="0" marL="228600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6pPr>
    <a:lvl7pPr algn="l" defTabSz="914400" eaLnBrk="1" fontAlgn="auto" hangingPunct="1" indent="0" latinLnBrk="0" marL="274320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7pPr>
    <a:lvl8pPr algn="l" defTabSz="914400" eaLnBrk="1" fontAlgn="auto" hangingPunct="1" indent="0" latinLnBrk="0" marL="320040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8pPr>
    <a:lvl9pPr algn="l" defTabSz="914400" eaLnBrk="1" fontAlgn="auto" hangingPunct="1" indent="0" latinLnBrk="0" marL="3200400">
      <a:lnSpc>
        <a:spcPct val="100000"/>
      </a:lnSpc>
      <a:spcBef>
        <a:spcPts val="0"/>
      </a:spcBef>
      <a:spcAft>
        <a:spcPts val="0"/>
      </a:spcAft>
      <a:buNone/>
      <a:defRPr baseline="0" b="0" cap="none" sz="1200" i="0" kern="1200" spc="0" strike="noStrike" u="none">
        <a:solidFill>
          <a:schemeClr val="tx1"/>
        </a:solidFill>
        <a:latin typeface="Calibri" charset="0"/>
        <a:ea typeface="等线" charset="0"/>
        <a:cs typeface="Calibri" charset="0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48614" name="Object"/>
          <p:cNvSpPr>
            <a:spLocks noChangeAspect="1" noRot="1" noGrp="1"/>
          </p:cNvSpPr>
          <p:nvPr>
            <p:ph type="sldImg"/>
          </p:nvPr>
        </p:nvSpPr>
        <p:spPr>
          <a:xfrm>
            <a:off x="4552950" y="857250"/>
            <a:ext cx="3086100" cy="2314575"/>
          </a:xfrm>
          <a:prstGeom prst="rect"/>
          <a:noFill/>
          <a:ln w="12700" cap="flat" cmpd="sng">
            <a:noFill/>
            <a:prstDash val="solid"/>
            <a:miter/>
          </a:ln>
        </p:spPr>
      </p:sp>
      <p:sp>
        <p:nvSpPr>
          <p:cNvPr id="1048615" name="Text box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endParaRPr altLang="en-US" lang="zh-CN"/>
          </a:p>
        </p:txBody>
      </p:sp>
      <p:sp>
        <p:nvSpPr>
          <p:cNvPr id="1048616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fld id="{CAD2D6BD-DE1B-4B5F-8B41-2702339687B9}" type="slidenum"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Droid Sans" charset="0"/>
                <a:ea typeface="宋体" charset="0"/>
                <a:cs typeface="Lucida Sans"/>
              </a:rPr>
              <a:t>1</a:t>
            </a:fld>
            <a:endParaRPr altLang="en-US"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8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9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8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9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9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60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4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8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69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5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ext box"/>
          <p:cNvSpPr>
            <a:spLocks noChangeAspect="1" noRot="1" noGrp="1"/>
          </p:cNvSpPr>
          <p:nvPr>
            <p:ph type="sldImg"/>
          </p:nvPr>
        </p:nvSpPr>
        <p:spPr>
          <a:xfrm>
            <a:off x="4552950" y="857250"/>
            <a:ext cx="3086100" cy="2314575"/>
          </a:xfrm>
        </p:spPr>
      </p:sp>
      <p:sp>
        <p:nvSpPr>
          <p:cNvPr id="1048672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73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6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1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82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7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1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92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8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9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00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9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4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05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10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5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16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11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4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25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12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ext box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8" name="Text box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29" name="Text box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b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1200" i="0" kern="1200" lang="en-US" spc="0" strike="noStrike" u="none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13</a:t>
            </a:fld>
            <a:endParaRPr altLang="en-US" sz="1200" lang="zh-CN">
              <a:latin typeface="Calibri" charset="0"/>
              <a:ea typeface="等线" charset="0"/>
              <a:cs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ext box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31" name="Text box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altLang="en-US" lang="zh-CN"/>
              <a:t>单击此处编辑母版副标题样式</a:t>
            </a:r>
          </a:p>
        </p:txBody>
      </p:sp>
      <p:sp>
        <p:nvSpPr>
          <p:cNvPr id="104873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3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3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Text box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67" name="Text box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68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69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70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51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875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5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5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Text box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77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78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79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80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81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Text box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56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8757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58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8759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60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61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62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ext box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36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37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38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6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6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8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8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878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8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8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45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746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874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4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4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本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Text box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72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7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7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7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文本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40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41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2514870-5082-4025-BC8A-5E070B8EB77D}" type="datetimeFigureOut">
              <a:rPr altLang="en-US" lang="zh-CN" smtClean="0"/>
              <a:t>2025/9/5</a:t>
            </a:fld>
            <a:endParaRPr altLang="en-US" lang="zh-CN"/>
          </a:p>
        </p:txBody>
      </p:sp>
      <p:sp>
        <p:nvSpPr>
          <p:cNvPr id="1048742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43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00D155-3BB6-43CF-9AC4-BC63A66E74A9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Combination"/>
          <p:cNvGrpSpPr/>
          <p:nvPr/>
        </p:nvGrpSpPr>
        <p:grpSpPr>
          <a:xfrm>
            <a:off x="0" y="-8466"/>
            <a:ext cx="9144000" cy="6866467"/>
            <a:chOff x="0" y="-8466"/>
            <a:chExt cx="9144000" cy="6866467"/>
          </a:xfrm>
        </p:grpSpPr>
        <p:sp>
          <p:nvSpPr>
            <p:cNvPr id="1048591" name="Straight line"/>
            <p:cNvSpPr/>
            <p:nvPr/>
          </p:nvSpPr>
          <p:spPr>
            <a:xfrm>
              <a:off x="7028259" y="0"/>
              <a:ext cx="914400" cy="6857999"/>
            </a:xfrm>
            <a:prstGeom prst="line"/>
            <a:noFill/>
            <a:ln w="9525" cap="flat" cmpd="sng">
              <a:solidFill>
                <a:srgbClr val="BFBFBF"/>
              </a:solidFill>
              <a:prstDash val="solid"/>
              <a:round/>
            </a:ln>
          </p:spPr>
        </p:sp>
        <p:sp>
          <p:nvSpPr>
            <p:cNvPr id="1048592" name="Straight line"/>
            <p:cNvSpPr/>
            <p:nvPr/>
          </p:nvSpPr>
          <p:spPr>
            <a:xfrm flipH="1">
              <a:off x="5568951" y="3681413"/>
              <a:ext cx="3572668" cy="3176586"/>
            </a:xfrm>
            <a:prstGeom prst="line"/>
            <a:noFill/>
            <a:ln w="9525" cap="flat" cmpd="sng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1048593" name="曲线"/>
            <p:cNvSpPr/>
            <p:nvPr/>
          </p:nvSpPr>
          <p:spPr>
            <a:xfrm>
              <a:off x="6886107" y="-8466"/>
              <a:ext cx="2255512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691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1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94" name="曲线"/>
            <p:cNvSpPr/>
            <p:nvPr/>
          </p:nvSpPr>
          <p:spPr>
            <a:xfrm>
              <a:off x="7202581" y="-8466"/>
              <a:ext cx="1941418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95" name="Isosceles triangle"/>
            <p:cNvSpPr/>
            <p:nvPr/>
          </p:nvSpPr>
          <p:spPr>
            <a:xfrm>
              <a:off x="6699250" y="3048001"/>
              <a:ext cx="2444750" cy="3809999"/>
            </a:xfrm>
            <a:prstGeom prst="triangle">
              <a:avLst>
                <a:gd name="adj" fmla="val 100000"/>
              </a:avLst>
            </a:prstGeom>
            <a:solidFill>
              <a:srgbClr val="54A021">
                <a:alpha val="72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96" name="曲线"/>
            <p:cNvSpPr/>
            <p:nvPr/>
          </p:nvSpPr>
          <p:spPr>
            <a:xfrm>
              <a:off x="7000875" y="-8466"/>
              <a:ext cx="2140744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97" name="曲线"/>
            <p:cNvSpPr/>
            <p:nvPr/>
          </p:nvSpPr>
          <p:spPr>
            <a:xfrm>
              <a:off x="8174047" y="-8466"/>
              <a:ext cx="967570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073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98" name="曲线"/>
            <p:cNvSpPr/>
            <p:nvPr/>
          </p:nvSpPr>
          <p:spPr>
            <a:xfrm>
              <a:off x="8204249" y="-8466"/>
              <a:ext cx="937368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99" name="Isosceles triangle"/>
            <p:cNvSpPr/>
            <p:nvPr/>
          </p:nvSpPr>
          <p:spPr>
            <a:xfrm>
              <a:off x="7778749" y="3589868"/>
              <a:ext cx="1362869" cy="3268133"/>
            </a:xfrm>
            <a:prstGeom prst="triangle">
              <a:avLst>
                <a:gd name="adj" fmla="val 100000"/>
              </a:avLst>
            </a:prstGeom>
            <a:solidFill>
              <a:srgbClr val="90C226">
                <a:alpha val="8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600" name="Isosceles triangle"/>
            <p:cNvSpPr/>
            <p:nvPr/>
          </p:nvSpPr>
          <p:spPr>
            <a:xfrm>
              <a:off x="0" y="4013201"/>
              <a:ext cx="336549" cy="2844799"/>
            </a:xfrm>
            <a:prstGeom prst="triangle">
              <a:avLst>
                <a:gd name="adj" fmla="val 0"/>
              </a:avLst>
            </a:prstGeom>
            <a:solidFill>
              <a:srgbClr val="90C226">
                <a:alpha val="85000"/>
              </a:srgbClr>
            </a:solidFill>
            <a:ln w="12700" cap="flat" cmpd="sng">
              <a:noFill/>
              <a:prstDash val="solid"/>
              <a:round/>
            </a:ln>
          </p:spPr>
        </p:sp>
      </p:grpSp>
      <p:sp>
        <p:nvSpPr>
          <p:cNvPr id="1048601" name="Text box"/>
          <p:cNvSpPr>
            <a:spLocks noGrp="1"/>
          </p:cNvSpPr>
          <p:nvPr>
            <p:ph type="title"/>
          </p:nvPr>
        </p:nvSpPr>
        <p:spPr>
          <a:xfrm>
            <a:off x="2396681" y="2067305"/>
            <a:ext cx="4350638" cy="51815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endParaRPr altLang="en-US" b="0" sz="2400" i="0" lang="zh-CN">
              <a:solidFill>
                <a:schemeClr val="tx1"/>
              </a:solidFill>
              <a:latin typeface="Trebuchet MS" charset="0"/>
              <a:cs typeface="Trebuchet MS" charset="0"/>
            </a:endParaRPr>
          </a:p>
        </p:txBody>
      </p:sp>
      <p:sp>
        <p:nvSpPr>
          <p:cNvPr id="1048602" name="Text box"/>
          <p:cNvSpPr>
            <a:spLocks noGrp="1"/>
          </p:cNvSpPr>
          <p:nvPr>
            <p:ph type="body" idx="4"/>
          </p:nvPr>
        </p:nvSpPr>
        <p:spPr>
          <a:xfrm>
            <a:off x="1371600" y="3840480"/>
            <a:ext cx="6400800" cy="171449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endParaRPr altLang="en-US" lang="zh-CN"/>
          </a:p>
        </p:txBody>
      </p:sp>
      <p:sp>
        <p:nvSpPr>
          <p:cNvPr id="1048603" name="Text box"/>
          <p:cNvSpPr>
            <a:spLocks noGrp="1"/>
          </p:cNvSpPr>
          <p:nvPr>
            <p:ph type="ftr" idx="5"/>
          </p:nvPr>
        </p:nvSpPr>
        <p:spPr>
          <a:xfrm>
            <a:off x="507999" y="6041363"/>
            <a:ext cx="4723209" cy="365125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0" vert="horz" wrap="square">
            <a:prstTxWarp prst="textNoShape"/>
          </a:bodyPr>
          <a:p>
            <a:pPr algn="ctr"/>
            <a:endParaRPr altLang="en-US" sz="675" lang="zh-CN">
              <a:solidFill>
                <a:srgbClr val="898989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04" name="Text box"/>
          <p:cNvSpPr>
            <a:spLocks noGrp="1"/>
          </p:cNvSpPr>
          <p:nvPr>
            <p:ph type="dt" idx="6"/>
          </p:nvPr>
        </p:nvSpPr>
        <p:spPr>
          <a:xfrm>
            <a:off x="5403850" y="6041363"/>
            <a:ext cx="683954" cy="365125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0" vert="horz" wrap="square">
            <a:prstTxWarp prst="textNoShape"/>
          </a:bodyPr>
          <a:p>
            <a:pPr algn="l"/>
            <a:r>
              <a:rPr altLang="zh-CN" sz="675" lang="en-US">
                <a:solidFill>
                  <a:srgbClr val="898989"/>
                </a:solidFill>
                <a:latin typeface="Trebuchet MS" charset="0"/>
                <a:ea typeface="华文新魏" charset="0"/>
                <a:cs typeface="Trebuchet MS" charset="0"/>
              </a:rPr>
              <a:t>Date/Time</a:t>
            </a:r>
            <a:endParaRPr altLang="en-US" sz="675" lang="zh-CN">
              <a:solidFill>
                <a:srgbClr val="898989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05" name="Text box"/>
          <p:cNvSpPr>
            <a:spLocks noGrp="1"/>
          </p:cNvSpPr>
          <p:nvPr>
            <p:ph type="sldNum" idx="7"/>
          </p:nvPr>
        </p:nvSpPr>
        <p:spPr>
          <a:xfrm>
            <a:off x="6442998" y="6041363"/>
            <a:ext cx="512503" cy="365125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0" vert="horz" wrap="square">
            <a:prstTxWarp prst="textNoShape"/>
          </a:bodyPr>
          <a:p>
            <a:pPr algn="r" indent="0" marL="28575">
              <a:lnSpc>
                <a:spcPct val="100000"/>
              </a:lnSpc>
              <a:spcBef>
                <a:spcPts val="41"/>
              </a:spcBef>
            </a:pPr>
            <a:fld id="{CAD2D6BD-DE1B-4B5F-8B41-2702339687B9}" type="slidenum">
              <a:rPr altLang="zh-CN" baseline="0" b="0" cap="none" sz="825" i="0" kern="1200" lang="en-US" spc="8" strike="noStrike" u="none">
                <a:solidFill>
                  <a:srgbClr val="2D936B"/>
                </a:solidFill>
                <a:latin typeface="Trebuchet MS" charset="0"/>
                <a:ea typeface="华文新魏" charset="0"/>
                <a:cs typeface="Trebuchet MS" charset="0"/>
              </a:rPr>
              <a:t>‹#›</a:t>
            </a:fld>
            <a:endParaRPr altLang="en-US" b="0" sz="825" i="0" lang="zh-CN" spc="8">
              <a:solidFill>
                <a:srgbClr val="2D936B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  <p:hf dt="1" ftr="1" hdr="1" sldNum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Combination"/>
          <p:cNvGrpSpPr/>
          <p:nvPr/>
        </p:nvGrpSpPr>
        <p:grpSpPr>
          <a:xfrm>
            <a:off x="0" y="-8466"/>
            <a:ext cx="9144000" cy="6866467"/>
            <a:chOff x="0" y="-8466"/>
            <a:chExt cx="9144000" cy="6866467"/>
          </a:xfrm>
        </p:grpSpPr>
        <p:sp>
          <p:nvSpPr>
            <p:cNvPr id="1048617" name="Straight line"/>
            <p:cNvSpPr/>
            <p:nvPr/>
          </p:nvSpPr>
          <p:spPr>
            <a:xfrm>
              <a:off x="7028259" y="0"/>
              <a:ext cx="914400" cy="6857999"/>
            </a:xfrm>
            <a:prstGeom prst="line"/>
            <a:noFill/>
            <a:ln w="9525" cap="flat" cmpd="sng">
              <a:solidFill>
                <a:srgbClr val="BFBFBF"/>
              </a:solidFill>
              <a:prstDash val="solid"/>
              <a:round/>
            </a:ln>
          </p:spPr>
        </p:sp>
        <p:sp>
          <p:nvSpPr>
            <p:cNvPr id="1048618" name="Straight line"/>
            <p:cNvSpPr/>
            <p:nvPr/>
          </p:nvSpPr>
          <p:spPr>
            <a:xfrm flipH="1">
              <a:off x="5568951" y="3681413"/>
              <a:ext cx="3572668" cy="3176586"/>
            </a:xfrm>
            <a:prstGeom prst="line"/>
            <a:noFill/>
            <a:ln w="9525" cap="flat" cmpd="sng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1048619" name="曲线"/>
            <p:cNvSpPr/>
            <p:nvPr/>
          </p:nvSpPr>
          <p:spPr>
            <a:xfrm>
              <a:off x="6886107" y="-8466"/>
              <a:ext cx="2255512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691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1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620" name="曲线"/>
            <p:cNvSpPr/>
            <p:nvPr/>
          </p:nvSpPr>
          <p:spPr>
            <a:xfrm>
              <a:off x="7202581" y="-8466"/>
              <a:ext cx="1941418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621" name="Isosceles triangle"/>
            <p:cNvSpPr/>
            <p:nvPr/>
          </p:nvSpPr>
          <p:spPr>
            <a:xfrm>
              <a:off x="6699250" y="3048001"/>
              <a:ext cx="2444750" cy="3809999"/>
            </a:xfrm>
            <a:prstGeom prst="triangle">
              <a:avLst>
                <a:gd name="adj" fmla="val 100000"/>
              </a:avLst>
            </a:prstGeom>
            <a:solidFill>
              <a:srgbClr val="54A021">
                <a:alpha val="72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622" name="曲线"/>
            <p:cNvSpPr/>
            <p:nvPr/>
          </p:nvSpPr>
          <p:spPr>
            <a:xfrm>
              <a:off x="7000875" y="-8466"/>
              <a:ext cx="2140744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623" name="曲线"/>
            <p:cNvSpPr/>
            <p:nvPr/>
          </p:nvSpPr>
          <p:spPr>
            <a:xfrm>
              <a:off x="8174047" y="-8466"/>
              <a:ext cx="967570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073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624" name="曲线"/>
            <p:cNvSpPr/>
            <p:nvPr/>
          </p:nvSpPr>
          <p:spPr>
            <a:xfrm>
              <a:off x="8204249" y="-8466"/>
              <a:ext cx="937368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625" name="Isosceles triangle"/>
            <p:cNvSpPr/>
            <p:nvPr/>
          </p:nvSpPr>
          <p:spPr>
            <a:xfrm>
              <a:off x="7778749" y="3589868"/>
              <a:ext cx="1362869" cy="3268133"/>
            </a:xfrm>
            <a:prstGeom prst="triangle">
              <a:avLst>
                <a:gd name="adj" fmla="val 100000"/>
              </a:avLst>
            </a:prstGeom>
            <a:solidFill>
              <a:srgbClr val="90C226">
                <a:alpha val="8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626" name="Isosceles triangle"/>
            <p:cNvSpPr/>
            <p:nvPr/>
          </p:nvSpPr>
          <p:spPr>
            <a:xfrm>
              <a:off x="0" y="4013201"/>
              <a:ext cx="336549" cy="2844799"/>
            </a:xfrm>
            <a:prstGeom prst="triangle">
              <a:avLst>
                <a:gd name="adj" fmla="val 0"/>
              </a:avLst>
            </a:prstGeom>
            <a:solidFill>
              <a:srgbClr val="90C226">
                <a:alpha val="85000"/>
              </a:srgbClr>
            </a:solidFill>
            <a:ln w="12700" cap="flat" cmpd="sng">
              <a:noFill/>
              <a:prstDash val="solid"/>
              <a:round/>
            </a:ln>
          </p:spPr>
        </p:sp>
      </p:grpSp>
      <p:sp>
        <p:nvSpPr>
          <p:cNvPr id="1048627" name="Text box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r>
              <a:rPr altLang="zh-CN" lang="en-US"/>
              <a:t>Click to edit Master title style</a:t>
            </a:r>
            <a:endParaRPr altLang="en-US" lang="zh-CN"/>
          </a:p>
        </p:txBody>
      </p:sp>
      <p:sp>
        <p:nvSpPr>
          <p:cNvPr id="1048628" name="Text box"/>
          <p:cNvSpPr>
            <a:spLocks noGrp="1"/>
          </p:cNvSpPr>
          <p:nvPr>
            <p:ph type="dt" idx="10"/>
          </p:nvPr>
        </p:nvSpPr>
        <p:spPr>
          <a:xfrm>
            <a:off x="5403850" y="6041363"/>
            <a:ext cx="683954" cy="365125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r"/>
            <a:r>
              <a:rPr altLang="zh-CN" sz="675" lang="en-US">
                <a:solidFill>
                  <a:srgbClr val="898989"/>
                </a:solidFill>
                <a:latin typeface="Trebuchet MS" charset="0"/>
                <a:ea typeface="华文新魏" charset="0"/>
                <a:cs typeface="Trebuchet MS" charset="0"/>
              </a:rPr>
              <a:t>Date/Time</a:t>
            </a:r>
            <a:endParaRPr altLang="en-US" sz="675" lang="zh-CN">
              <a:solidFill>
                <a:srgbClr val="898989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29" name="Text box"/>
          <p:cNvSpPr>
            <a:spLocks noGrp="1"/>
          </p:cNvSpPr>
          <p:nvPr>
            <p:ph type="ftr"/>
          </p:nvPr>
        </p:nvSpPr>
        <p:spPr>
          <a:xfrm>
            <a:off x="507999" y="6041363"/>
            <a:ext cx="4723209" cy="365125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l"/>
            <a:endParaRPr altLang="en-US" sz="675" lang="zh-CN">
              <a:solidFill>
                <a:srgbClr val="898989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30" name="Text box"/>
          <p:cNvSpPr>
            <a:spLocks noGrp="1"/>
          </p:cNvSpPr>
          <p:nvPr>
            <p:ph type="sldNum"/>
          </p:nvPr>
        </p:nvSpPr>
        <p:spPr>
          <a:xfrm>
            <a:off x="6442998" y="6041363"/>
            <a:ext cx="512503" cy="365125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675" i="0" kern="1200" lang="en-US" spc="0" strike="noStrike" u="none">
                <a:solidFill>
                  <a:schemeClr val="accent1"/>
                </a:solidFill>
                <a:latin typeface="Trebuchet MS" charset="0"/>
                <a:ea typeface="华文新魏" charset="0"/>
                <a:cs typeface="Trebuchet MS" charset="0"/>
              </a:rPr>
              <a:t>‹#›</a:t>
            </a:fld>
            <a:endParaRPr altLang="en-US" sz="675" lang="zh-CN">
              <a:solidFill>
                <a:schemeClr val="accent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  <p:hf dt="1" ftr="1" hdr="1" sldNum="0"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ombination"/>
          <p:cNvGrpSpPr/>
          <p:nvPr/>
        </p:nvGrpSpPr>
        <p:grpSpPr>
          <a:xfrm>
            <a:off x="0" y="-8466"/>
            <a:ext cx="9144000" cy="6866467"/>
            <a:chOff x="0" y="-8466"/>
            <a:chExt cx="9144000" cy="6866467"/>
          </a:xfrm>
        </p:grpSpPr>
        <p:sp>
          <p:nvSpPr>
            <p:cNvPr id="1048576" name="Straight line"/>
            <p:cNvSpPr/>
            <p:nvPr/>
          </p:nvSpPr>
          <p:spPr>
            <a:xfrm>
              <a:off x="7028259" y="0"/>
              <a:ext cx="914400" cy="6857999"/>
            </a:xfrm>
            <a:prstGeom prst="line"/>
            <a:noFill/>
            <a:ln w="9525" cap="flat" cmpd="sng">
              <a:solidFill>
                <a:srgbClr val="BFBFBF"/>
              </a:solidFill>
              <a:prstDash val="solid"/>
              <a:round/>
            </a:ln>
          </p:spPr>
        </p:sp>
        <p:sp>
          <p:nvSpPr>
            <p:cNvPr id="1048577" name="Straight line"/>
            <p:cNvSpPr/>
            <p:nvPr/>
          </p:nvSpPr>
          <p:spPr>
            <a:xfrm flipH="1">
              <a:off x="5568951" y="3681413"/>
              <a:ext cx="3572668" cy="3176586"/>
            </a:xfrm>
            <a:prstGeom prst="line"/>
            <a:noFill/>
            <a:ln w="9525" cap="flat" cmpd="sng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1048578" name="曲线"/>
            <p:cNvSpPr/>
            <p:nvPr/>
          </p:nvSpPr>
          <p:spPr>
            <a:xfrm>
              <a:off x="6886107" y="-8466"/>
              <a:ext cx="2255512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691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1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79" name="曲线"/>
            <p:cNvSpPr/>
            <p:nvPr/>
          </p:nvSpPr>
          <p:spPr>
            <a:xfrm>
              <a:off x="7202581" y="-8466"/>
              <a:ext cx="1941418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80" name="Isosceles triangle"/>
            <p:cNvSpPr/>
            <p:nvPr/>
          </p:nvSpPr>
          <p:spPr>
            <a:xfrm>
              <a:off x="6699250" y="3048001"/>
              <a:ext cx="2444750" cy="3809999"/>
            </a:xfrm>
            <a:prstGeom prst="triangle">
              <a:avLst>
                <a:gd name="adj" fmla="val 100000"/>
              </a:avLst>
            </a:prstGeom>
            <a:solidFill>
              <a:srgbClr val="54A021">
                <a:alpha val="72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81" name="曲线"/>
            <p:cNvSpPr/>
            <p:nvPr/>
          </p:nvSpPr>
          <p:spPr>
            <a:xfrm>
              <a:off x="7000875" y="-8466"/>
              <a:ext cx="2140744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82" name="曲线"/>
            <p:cNvSpPr/>
            <p:nvPr/>
          </p:nvSpPr>
          <p:spPr>
            <a:xfrm>
              <a:off x="8174047" y="-8466"/>
              <a:ext cx="967570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073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83" name="曲线"/>
            <p:cNvSpPr/>
            <p:nvPr/>
          </p:nvSpPr>
          <p:spPr>
            <a:xfrm>
              <a:off x="8204249" y="-8466"/>
              <a:ext cx="937368" cy="68664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84" name="Isosceles triangle"/>
            <p:cNvSpPr/>
            <p:nvPr/>
          </p:nvSpPr>
          <p:spPr>
            <a:xfrm>
              <a:off x="7778749" y="3589868"/>
              <a:ext cx="1362869" cy="3268133"/>
            </a:xfrm>
            <a:prstGeom prst="triangle">
              <a:avLst>
                <a:gd name="adj" fmla="val 100000"/>
              </a:avLst>
            </a:prstGeom>
            <a:solidFill>
              <a:srgbClr val="90C226">
                <a:alpha val="80000"/>
              </a:srgbClr>
            </a:solidFill>
            <a:ln w="12700" cap="flat" cmpd="sng">
              <a:noFill/>
              <a:prstDash val="solid"/>
              <a:round/>
            </a:ln>
          </p:spPr>
        </p:sp>
        <p:sp>
          <p:nvSpPr>
            <p:cNvPr id="1048585" name="Isosceles triangle"/>
            <p:cNvSpPr/>
            <p:nvPr/>
          </p:nvSpPr>
          <p:spPr>
            <a:xfrm>
              <a:off x="0" y="4013201"/>
              <a:ext cx="336549" cy="2844799"/>
            </a:xfrm>
            <a:prstGeom prst="triangle">
              <a:avLst>
                <a:gd name="adj" fmla="val 0"/>
              </a:avLst>
            </a:prstGeom>
            <a:solidFill>
              <a:srgbClr val="90C226">
                <a:alpha val="85000"/>
              </a:srgbClr>
            </a:solidFill>
            <a:ln w="12700" cap="flat" cmpd="sng">
              <a:noFill/>
              <a:prstDash val="solid"/>
              <a:round/>
            </a:ln>
          </p:spPr>
        </p:sp>
      </p:grpSp>
      <p:sp>
        <p:nvSpPr>
          <p:cNvPr id="1048586" name="Text box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r>
              <a:rPr altLang="zh-CN" lang="en-US"/>
              <a:t>Click to edit Master title style</a:t>
            </a:r>
            <a:endParaRPr altLang="en-US" lang="zh-CN"/>
          </a:p>
        </p:txBody>
      </p:sp>
      <p:sp>
        <p:nvSpPr>
          <p:cNvPr id="1048587" name="Text box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r>
              <a:rPr altLang="zh-CN" lang="en-US"/>
              <a:t>Click to edit Master text styles</a:t>
            </a:r>
          </a:p>
          <a:p>
            <a:pPr lvl="1"/>
            <a:r>
              <a:rPr altLang="zh-CN" lang="en-US"/>
              <a:t>Second level</a:t>
            </a:r>
          </a:p>
          <a:p>
            <a:pPr lvl="2"/>
            <a:r>
              <a:rPr altLang="zh-CN" lang="en-US"/>
              <a:t>Third level</a:t>
            </a:r>
          </a:p>
          <a:p>
            <a:pPr lvl="3"/>
            <a:r>
              <a:rPr altLang="zh-CN" lang="en-US"/>
              <a:t>Fourth level</a:t>
            </a:r>
          </a:p>
          <a:p>
            <a:pPr lvl="4"/>
            <a:r>
              <a:rPr altLang="zh-CN" lang="en-US"/>
              <a:t>Fifth level</a:t>
            </a:r>
            <a:endParaRPr altLang="en-US" lang="zh-CN"/>
          </a:p>
        </p:txBody>
      </p:sp>
      <p:sp>
        <p:nvSpPr>
          <p:cNvPr id="1048588" name="Text box"/>
          <p:cNvSpPr>
            <a:spLocks noGrp="1"/>
          </p:cNvSpPr>
          <p:nvPr>
            <p:ph type="dt" idx="2"/>
          </p:nvPr>
        </p:nvSpPr>
        <p:spPr>
          <a:xfrm>
            <a:off x="5403850" y="6041363"/>
            <a:ext cx="683954" cy="36512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r"/>
            <a:fld id="{CAD2D6BD-DE1B-4B5F-8B41-2702339687B9}" type="datetime1">
              <a:rPr altLang="zh-CN" sz="675" lang="en-US">
                <a:solidFill>
                  <a:srgbClr val="898989"/>
                </a:solidFill>
                <a:latin typeface="Trebuchet MS" charset="0"/>
                <a:ea typeface="华文新魏" charset="0"/>
                <a:cs typeface="Trebuchet MS" charset="0"/>
              </a:rPr>
              <a:t>9/5/2025</a:t>
            </a:fld>
            <a:endParaRPr altLang="en-US" sz="675" lang="zh-CN">
              <a:solidFill>
                <a:srgbClr val="898989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589" name="Text box"/>
          <p:cNvSpPr>
            <a:spLocks noGrp="1"/>
          </p:cNvSpPr>
          <p:nvPr>
            <p:ph type="ftr" idx="3"/>
          </p:nvPr>
        </p:nvSpPr>
        <p:spPr>
          <a:xfrm>
            <a:off x="507999" y="6041363"/>
            <a:ext cx="4723209" cy="36512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l"/>
            <a:endParaRPr altLang="en-US" sz="675" lang="zh-CN">
              <a:solidFill>
                <a:srgbClr val="898989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590" name="Text box"/>
          <p:cNvSpPr>
            <a:spLocks noGrp="1"/>
          </p:cNvSpPr>
          <p:nvPr>
            <p:ph type="sldNum" idx="4"/>
          </p:nvPr>
        </p:nvSpPr>
        <p:spPr>
          <a:xfrm>
            <a:off x="6442998" y="6041363"/>
            <a:ext cx="512503" cy="36512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r"/>
            <a:fld id="{CAD2D6BD-DE1B-4B5F-8B41-2702339687B9}" type="slidenum">
              <a:rPr altLang="zh-CN" baseline="0" b="0" cap="none" sz="675" i="0" kern="1200" lang="en-US" spc="0" strike="noStrike" u="none">
                <a:solidFill>
                  <a:schemeClr val="accent1"/>
                </a:solidFill>
                <a:latin typeface="Trebuchet MS" charset="0"/>
                <a:ea typeface="华文新魏" charset="0"/>
                <a:cs typeface="Trebuchet MS" charset="0"/>
              </a:rPr>
              <a:t>‹#›</a:t>
            </a:fld>
            <a:endParaRPr altLang="en-US" sz="675" lang="zh-CN">
              <a:solidFill>
                <a:schemeClr val="accent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lvl1pPr algn="l" defTabSz="914400" eaLnBrk="1" fontAlgn="auto" hangingPunct="1" latinLnBrk="0">
        <a:spcBef>
          <a:spcPts val="0"/>
        </a:spcBef>
        <a:buNone/>
        <a:defRPr sz="3600" kern="1200">
          <a:solidFill>
            <a:schemeClr val="accent1"/>
          </a:solidFill>
          <a:latin typeface="Trebuchet MS" charset="0"/>
          <a:ea typeface="方正姚体" charset="0"/>
          <a:cs typeface="Trebuchet MS" charset="0"/>
        </a:defRPr>
      </a:lvl1pPr>
    </p:titleStyle>
    <p:bodyStyle>
      <a:lvl1pPr algn="l" defTabSz="914400" eaLnBrk="1" fontAlgn="auto" hangingPunct="1" indent="-342900" latinLnBrk="0" marL="3429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1pPr>
      <a:lvl2pPr algn="l" defTabSz="914400" eaLnBrk="1" fontAlgn="auto" hangingPunct="1" indent="-285750" latinLnBrk="0" marL="74295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2pPr>
      <a:lvl3pPr algn="l" defTabSz="914400" eaLnBrk="1" fontAlgn="auto" hangingPunct="1" indent="-228600" latinLnBrk="0" marL="11430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3pPr>
      <a:lvl4pPr algn="l" defTabSz="914400" eaLnBrk="1" fontAlgn="auto" hangingPunct="1" indent="-228600" latinLnBrk="0" marL="1600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4pPr>
      <a:lvl5pPr algn="l" defTabSz="914400" eaLnBrk="1" fontAlgn="auto" hangingPunct="1" indent="-228600" latinLnBrk="0" marL="20574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5pPr>
      <a:lvl6pPr algn="l" defTabSz="914400" eaLnBrk="1" fontAlgn="auto" hangingPunct="1" indent="-228600" latinLnBrk="0" marL="25146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6pPr>
      <a:lvl7pPr algn="l" defTabSz="914400" eaLnBrk="1" fontAlgn="auto" hangingPunct="1" indent="-228600" latinLnBrk="0" marL="29718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7pPr>
      <a:lvl8pPr algn="l" defTabSz="914400" eaLnBrk="1" fontAlgn="auto" hangingPunct="1" indent="-228600" latinLnBrk="0" marL="34290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8pPr>
      <a:lvl9pPr algn="l" defTabSz="914400" eaLnBrk="1" fontAlgn="auto" hangingPunct="1" indent="-228600" latinLnBrk="0" marL="34290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rgbClr val="404040"/>
          </a:solidFill>
          <a:latin typeface="Trebuchet MS" charset="0"/>
          <a:ea typeface="华文新魏" charset="0"/>
          <a:cs typeface="Trebuchet MS" charset="0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曲线"/>
          <p:cNvSpPr/>
          <p:nvPr/>
        </p:nvSpPr>
        <p:spPr>
          <a:xfrm>
            <a:off x="1138263" y="2187094"/>
            <a:ext cx="623988" cy="34510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6940" y="0"/>
                </a:moveTo>
                <a:lnTo>
                  <a:pt x="4659" y="0"/>
                </a:lnTo>
                <a:lnTo>
                  <a:pt x="0" y="10799"/>
                </a:lnTo>
                <a:lnTo>
                  <a:pt x="4659" y="21600"/>
                </a:lnTo>
                <a:lnTo>
                  <a:pt x="16940" y="21600"/>
                </a:lnTo>
                <a:lnTo>
                  <a:pt x="21600" y="10799"/>
                </a:lnTo>
                <a:lnTo>
                  <a:pt x="16940" y="0"/>
                </a:lnTo>
                <a:close/>
              </a:path>
            </a:pathLst>
          </a:custGeom>
          <a:solidFill>
            <a:srgbClr val="42D0A1"/>
          </a:solidFill>
          <a:ln cap="flat" cmpd="sng">
            <a:noFill/>
            <a:prstDash val="solid"/>
            <a:miter/>
          </a:ln>
        </p:spPr>
      </p:sp>
      <p:sp>
        <p:nvSpPr>
          <p:cNvPr id="1048607" name="曲线"/>
          <p:cNvSpPr/>
          <p:nvPr/>
        </p:nvSpPr>
        <p:spPr>
          <a:xfrm rot="5400000">
            <a:off x="2849242" y="4961680"/>
            <a:ext cx="1178768" cy="1225211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6980" y="0"/>
                </a:moveTo>
                <a:lnTo>
                  <a:pt x="4619" y="0"/>
                </a:lnTo>
                <a:lnTo>
                  <a:pt x="0" y="10802"/>
                </a:lnTo>
                <a:lnTo>
                  <a:pt x="4619" y="21600"/>
                </a:lnTo>
                <a:lnTo>
                  <a:pt x="16980" y="21600"/>
                </a:lnTo>
                <a:lnTo>
                  <a:pt x="21600" y="10802"/>
                </a:lnTo>
                <a:lnTo>
                  <a:pt x="16980" y="0"/>
                </a:lnTo>
                <a:close/>
              </a:path>
            </a:pathLst>
          </a:custGeom>
          <a:solidFill>
            <a:srgbClr val="42AF51"/>
          </a:solidFill>
          <a:ln cap="flat" cmpd="sng">
            <a:noFill/>
            <a:prstDash val="solid"/>
            <a:miter/>
          </a:ln>
        </p:spPr>
      </p:sp>
      <p:sp>
        <p:nvSpPr>
          <p:cNvPr id="1048608" name="Text box"/>
          <p:cNvSpPr>
            <a:spLocks noGrp="1"/>
          </p:cNvSpPr>
          <p:nvPr>
            <p:ph type="ctrTitle"/>
          </p:nvPr>
        </p:nvSpPr>
        <p:spPr>
          <a:xfrm>
            <a:off x="171464" y="1795909"/>
            <a:ext cx="5722144" cy="736283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2383" vert="horz" wrap="square">
            <a:prstTxWarp prst="textNoShape"/>
            <a:spAutoFit/>
          </a:bodyPr>
          <a:p>
            <a:pPr algn="l" indent="0" marL="2410206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0" strike="noStrike" u="none">
                <a:solidFill>
                  <a:srgbClr val="0F0F0F"/>
                </a:solidFill>
                <a:latin typeface="Times New Roman" pitchFamily="18" charset="0"/>
                <a:ea typeface="方正姚体" charset="0"/>
                <a:cs typeface="Times New Roman" pitchFamily="18" charset="0"/>
              </a:rPr>
              <a:t>Digital Portfolio </a:t>
            </a:r>
            <a:br>
              <a:rPr altLang="en-US" baseline="0" b="1" cap="none" sz="2400" i="0" kern="1200" lang="zh-CN" spc="0" strike="noStrike" u="none">
                <a:solidFill>
                  <a:srgbClr val="0F0F0F"/>
                </a:solidFill>
                <a:latin typeface="Roboto" pitchFamily="2" charset="0"/>
                <a:ea typeface="方正姚体" charset="0"/>
                <a:cs typeface="Trebuchet MS" charset="0"/>
              </a:rPr>
            </a:br>
            <a:endParaRPr altLang="en-US" baseline="0" b="0" cap="none" sz="2400" i="0" kern="1200" lang="zh-CN" spc="11" strike="noStrike" u="none">
              <a:solidFill>
                <a:schemeClr val="tx1"/>
              </a:solidFill>
              <a:latin typeface="Trebuchet MS" charset="0"/>
              <a:ea typeface="方正姚体" charset="0"/>
              <a:cs typeface="Trebuchet MS" charset="0"/>
            </a:endParaRPr>
          </a:p>
        </p:txBody>
      </p:sp>
      <p:sp>
        <p:nvSpPr>
          <p:cNvPr id="1048609" name="Rectangle"/>
          <p:cNvSpPr>
            <a:spLocks noGrp="1"/>
          </p:cNvSpPr>
          <p:nvPr>
            <p:ph type="sldNum" idx="7"/>
          </p:nvPr>
        </p:nvSpPr>
        <p:spPr>
          <a:xfrm>
            <a:off x="6442998" y="6164156"/>
            <a:ext cx="512503" cy="119539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5239" vert="horz" wrap="square">
            <a:prstTxWarp prst="textNoShape"/>
            <a:spAutoFit/>
          </a:bodyPr>
          <a:p>
            <a:pPr algn="r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825" i="0" kern="1200" lang="en-US" spc="8" strike="noStrike" u="none">
                <a:solidFill>
                  <a:srgbClr val="2D936B"/>
                </a:solidFill>
                <a:latin typeface="Trebuchet MS" charset="0"/>
                <a:ea typeface="华文新魏" charset="0"/>
                <a:cs typeface="Trebuchet MS" charset="0"/>
              </a:rPr>
              <a:t>1</a:t>
            </a:fld>
            <a:endParaRPr altLang="en-US" baseline="0" b="0" cap="none" sz="825" i="0" kern="1200" lang="zh-CN" spc="8" strike="noStrike" u="none">
              <a:solidFill>
                <a:srgbClr val="2D936B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pic>
        <p:nvPicPr>
          <p:cNvPr id="2097152" name="Image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07207" y="5707857"/>
            <a:ext cx="1607344" cy="150018"/>
          </a:xfrm>
          <a:prstGeom prst="rect"/>
          <a:noFill/>
          <a:ln w="12700" cap="flat" cmpd="sng">
            <a:noFill/>
            <a:prstDash val="solid"/>
            <a:miter/>
          </a:ln>
        </p:spPr>
      </p:pic>
      <p:grpSp>
        <p:nvGrpSpPr>
          <p:cNvPr id="30" name="Combination"/>
          <p:cNvGrpSpPr/>
          <p:nvPr/>
        </p:nvGrpSpPr>
        <p:grpSpPr>
          <a:xfrm>
            <a:off x="171464" y="1424440"/>
            <a:ext cx="1139414" cy="1269683"/>
            <a:chOff x="171464" y="1424440"/>
            <a:chExt cx="1139414" cy="1269683"/>
          </a:xfrm>
        </p:grpSpPr>
        <p:sp>
          <p:nvSpPr>
            <p:cNvPr id="1048610" name="曲线"/>
            <p:cNvSpPr/>
            <p:nvPr/>
          </p:nvSpPr>
          <p:spPr>
            <a:xfrm>
              <a:off x="171464" y="1687445"/>
              <a:ext cx="803193" cy="100667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6954" y="0"/>
                  </a:moveTo>
                  <a:lnTo>
                    <a:pt x="4646" y="0"/>
                  </a:lnTo>
                  <a:lnTo>
                    <a:pt x="0" y="10801"/>
                  </a:lnTo>
                  <a:lnTo>
                    <a:pt x="4646" y="21600"/>
                  </a:lnTo>
                  <a:lnTo>
                    <a:pt x="16954" y="21600"/>
                  </a:lnTo>
                  <a:lnTo>
                    <a:pt x="21600" y="10801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5FCAEE"/>
            </a:solidFill>
            <a:ln cap="flat" cmpd="sng">
              <a:noFill/>
              <a:prstDash val="solid"/>
              <a:miter/>
            </a:ln>
          </p:spPr>
        </p:sp>
        <p:sp>
          <p:nvSpPr>
            <p:cNvPr id="1048611" name="曲线"/>
            <p:cNvSpPr/>
            <p:nvPr/>
          </p:nvSpPr>
          <p:spPr>
            <a:xfrm>
              <a:off x="887490" y="1424440"/>
              <a:ext cx="423388" cy="5350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6915" y="0"/>
                  </a:moveTo>
                  <a:lnTo>
                    <a:pt x="4684" y="0"/>
                  </a:lnTo>
                  <a:lnTo>
                    <a:pt x="0" y="10797"/>
                  </a:lnTo>
                  <a:lnTo>
                    <a:pt x="4684" y="21600"/>
                  </a:lnTo>
                  <a:lnTo>
                    <a:pt x="16915" y="21600"/>
                  </a:lnTo>
                  <a:lnTo>
                    <a:pt x="21600" y="10797"/>
                  </a:lnTo>
                  <a:lnTo>
                    <a:pt x="16915" y="0"/>
                  </a:lnTo>
                  <a:close/>
                </a:path>
              </a:pathLst>
            </a:custGeom>
            <a:solidFill>
              <a:srgbClr val="2D936B"/>
            </a:solidFill>
            <a:ln cap="flat" cmpd="sng">
              <a:noFill/>
              <a:prstDash val="solid"/>
              <a:miter/>
            </a:ln>
          </p:spPr>
        </p:sp>
      </p:grpSp>
      <p:sp>
        <p:nvSpPr>
          <p:cNvPr id="1048612" name="Rectangle"/>
          <p:cNvSpPr/>
          <p:nvPr/>
        </p:nvSpPr>
        <p:spPr>
          <a:xfrm>
            <a:off x="1142991" y="3028806"/>
            <a:ext cx="6457949" cy="174497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34290" lIns="68580" rIns="68580" tIns="3429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STUDENT NAME: 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S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.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.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 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M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O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N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I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S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H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A</a:t>
            </a:r>
            <a:endParaRPr altLang="en-US" lang="zh-CN"/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REGISTER NO AND NMID:asu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n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m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1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6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3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u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2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4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c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s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1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3</a:t>
            </a: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8</a:t>
            </a:r>
            <a:endParaRPr altLang="zh-CN" baseline="0" b="0" cap="none" sz="1800" i="0" kern="1200" lang="en-US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Calibri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DEPARTMENT: BSC COMPUTER SCIENCE 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COLLEGE: HINDUSTAN ARTS AND SCIENCE PADUR CHENNAI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     </a:t>
            </a:r>
            <a:endParaRPr altLang="en-US" baseline="0" b="0" cap="none" sz="18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曲线"/>
          <p:cNvSpPr/>
          <p:nvPr/>
        </p:nvSpPr>
        <p:spPr>
          <a:xfrm>
            <a:off x="970376" y="3429001"/>
            <a:ext cx="5985125" cy="87153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13456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1F1F1"/>
          </a:solidFill>
          <a:ln cap="flat" cmpd="sng">
            <a:noFill/>
            <a:prstDash val="solid"/>
            <a:miter/>
          </a:ln>
        </p:spPr>
        <p:txBody>
          <a:bodyPr anchor="t" anchorCtr="0" bIns="0" lIns="0" rIns="0" tIns="0" vert="horz" wrap="square">
            <a:prstTxWarp prst="textNoShape"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chemeClr val="tx1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Student digital portfolio</a:t>
            </a:r>
            <a:endParaRPr altLang="en-US" baseline="0" b="1" cap="none" sz="3600" i="0" kern="1200" lang="zh-CN" spc="0" strike="noStrike" u="none">
              <a:solidFill>
                <a:schemeClr val="tx1"/>
              </a:solidFill>
              <a:latin typeface="Times New Roman" pitchFamily="18" charset="0"/>
              <a:ea typeface="华文新魏" charset="0"/>
              <a:cs typeface="Times New Roman" pitchFamily="18" charset="0"/>
            </a:endParaRPr>
          </a:p>
        </p:txBody>
      </p:sp>
      <p:sp>
        <p:nvSpPr>
          <p:cNvPr id="1048632" name="曲线"/>
          <p:cNvSpPr/>
          <p:nvPr/>
        </p:nvSpPr>
        <p:spPr>
          <a:xfrm>
            <a:off x="1" y="3864769"/>
            <a:ext cx="335756" cy="2135981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599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ap="flat" cmpd="sng">
            <a:noFill/>
            <a:prstDash val="solid"/>
            <a:miter/>
          </a:ln>
        </p:spPr>
      </p:sp>
      <p:sp>
        <p:nvSpPr>
          <p:cNvPr id="1048633" name="曲线"/>
          <p:cNvSpPr/>
          <p:nvPr/>
        </p:nvSpPr>
        <p:spPr>
          <a:xfrm>
            <a:off x="7015163" y="4879181"/>
            <a:ext cx="342900" cy="3429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168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ap="flat" cmpd="sng">
            <a:noFill/>
            <a:prstDash val="solid"/>
            <a:miter/>
          </a:ln>
        </p:spPr>
        <p:txBody>
          <a:bodyPr anchor="t" anchorCtr="0" bIns="0" lIns="0" rIns="0" tIns="0" vert="horz" wrap="square">
            <a:prstTxWarp prst="textNoShape"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altLang="en-US" baseline="0" b="0" cap="none" sz="1800" i="0" kern="1200" lang="zh-CN" spc="0" strike="noStrike" u="none">
              <a:solidFill>
                <a:schemeClr val="tx1"/>
              </a:solidFill>
              <a:latin typeface="Droid Sans" charset="0"/>
              <a:ea typeface="宋体" charset="0"/>
              <a:cs typeface="Lucida Sans"/>
            </a:endParaRPr>
          </a:p>
        </p:txBody>
      </p:sp>
      <p:sp>
        <p:nvSpPr>
          <p:cNvPr id="1048634" name="曲线"/>
          <p:cNvSpPr/>
          <p:nvPr/>
        </p:nvSpPr>
        <p:spPr>
          <a:xfrm>
            <a:off x="7015163" y="5279231"/>
            <a:ext cx="135730" cy="13573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ap="flat" cmpd="sng">
            <a:noFill/>
            <a:prstDash val="solid"/>
            <a:miter/>
          </a:ln>
        </p:spPr>
      </p:sp>
      <p:sp>
        <p:nvSpPr>
          <p:cNvPr id="1048635" name="Text box"/>
          <p:cNvSpPr>
            <a:spLocks noGrp="1"/>
          </p:cNvSpPr>
          <p:nvPr>
            <p:ph type="title"/>
          </p:nvPr>
        </p:nvSpPr>
        <p:spPr>
          <a:xfrm>
            <a:off x="554832" y="1479470"/>
            <a:ext cx="2932271" cy="49815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2383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None/>
            </a:pPr>
            <a:r>
              <a:rPr altLang="zh-CN" baseline="0" b="0" cap="none" sz="3188" i="0" kern="1200" lang="en-US" spc="4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PROJECT</a:t>
            </a:r>
            <a:r>
              <a:rPr altLang="zh-CN" baseline="0" b="0" cap="none" sz="3188" i="0" kern="1200" lang="en-US" spc="-64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 </a:t>
            </a:r>
            <a:r>
              <a:rPr altLang="zh-CN" baseline="0" b="0" cap="none" sz="3188" i="0" kern="1200" lang="en-US" spc="19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TITLE</a:t>
            </a:r>
            <a:endParaRPr altLang="en-US" baseline="0" b="0" cap="none" sz="3188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636" name="Rectangle"/>
          <p:cNvSpPr>
            <a:spLocks noGrp="1"/>
          </p:cNvSpPr>
          <p:nvPr>
            <p:ph type="sldNum"/>
          </p:nvPr>
        </p:nvSpPr>
        <p:spPr>
          <a:xfrm>
            <a:off x="6442998" y="6168918"/>
            <a:ext cx="512503" cy="110014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5239" vert="horz" wrap="square">
            <a:prstTxWarp prst="textNoShape"/>
            <a:spAutoFit/>
          </a:bodyPr>
          <a:p>
            <a:pPr algn="r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675" i="0" kern="1200" lang="en-US" spc="8" strike="noStrike" u="none">
                <a:solidFill>
                  <a:schemeClr val="accent1"/>
                </a:solidFill>
                <a:latin typeface="Trebuchet MS" charset="0"/>
                <a:ea typeface="华文新魏" charset="0"/>
                <a:cs typeface="Trebuchet MS" charset="0"/>
              </a:rPr>
              <a:t>2</a:t>
            </a:fld>
            <a:endParaRPr altLang="en-US" baseline="0" b="0" cap="none" sz="675" i="0" kern="1200" lang="zh-CN" spc="8" strike="noStrike" u="none">
              <a:solidFill>
                <a:schemeClr val="accent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曲线"/>
          <p:cNvSpPr/>
          <p:nvPr/>
        </p:nvSpPr>
        <p:spPr>
          <a:xfrm>
            <a:off x="1" y="3864769"/>
            <a:ext cx="335756" cy="2135981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599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ap="flat" cmpd="sng">
            <a:noFill/>
            <a:prstDash val="solid"/>
            <a:miter/>
          </a:ln>
        </p:spPr>
      </p:sp>
      <p:sp>
        <p:nvSpPr>
          <p:cNvPr id="1048641" name="Rectangle"/>
          <p:cNvSpPr/>
          <p:nvPr/>
        </p:nvSpPr>
        <p:spPr>
          <a:xfrm>
            <a:off x="564357" y="5721778"/>
            <a:ext cx="1330166" cy="121412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0" vert="horz" wrap="square">
            <a:prstTxWarp prst="textNoShape"/>
            <a:spAutoFit/>
          </a:bodyPr>
          <a:p>
            <a:pPr algn="l" indent="0" marL="0">
              <a:lnSpc>
                <a:spcPts val="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825" i="0" kern="1200" lang="en-US" spc="15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3/21/202</a:t>
            </a:r>
            <a:r>
              <a:rPr altLang="zh-CN" baseline="0" b="0" cap="none" sz="825" i="0" kern="1200" lang="en-US" spc="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4</a:t>
            </a:r>
            <a:r>
              <a:rPr altLang="zh-CN" baseline="0" b="0" cap="none" sz="825" i="0" kern="1200" lang="en-US" spc="0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 </a:t>
            </a:r>
            <a:r>
              <a:rPr altLang="zh-CN" baseline="0" b="0" cap="none" sz="825" i="0" kern="1200" lang="en-US" spc="9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 </a:t>
            </a:r>
            <a:r>
              <a:rPr altLang="zh-CN" baseline="0" b="1" cap="none" sz="825" i="0" kern="1200" lang="en-US" spc="3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A</a:t>
            </a:r>
            <a:r>
              <a:rPr altLang="zh-CN" baseline="0" b="1" cap="none" sz="825" i="0" kern="1200" lang="en-US" spc="11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nnu</a:t>
            </a:r>
            <a:r>
              <a:rPr altLang="zh-CN" baseline="0" b="1" cap="none" sz="825" i="0" kern="1200" lang="en-US" spc="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al</a:t>
            </a:r>
            <a:r>
              <a:rPr altLang="zh-CN" baseline="0" b="1" cap="none" sz="825" i="0" kern="1200" lang="en-US" spc="-105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 </a:t>
            </a:r>
            <a:r>
              <a:rPr altLang="zh-CN" baseline="0" b="1" cap="none" sz="825" i="0" kern="1200" lang="en-US" spc="0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R</a:t>
            </a:r>
            <a:r>
              <a:rPr altLang="zh-CN" baseline="0" b="1" cap="none" sz="825" i="0" kern="1200" lang="en-US" spc="26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e</a:t>
            </a:r>
            <a:r>
              <a:rPr altLang="zh-CN" baseline="0" b="1" cap="none" sz="825" i="0" kern="1200" lang="en-US" spc="6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v</a:t>
            </a:r>
            <a:r>
              <a:rPr altLang="zh-CN" baseline="0" b="1" cap="none" sz="825" i="0" kern="1200" lang="en-US" spc="-26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i</a:t>
            </a:r>
            <a:r>
              <a:rPr altLang="zh-CN" baseline="0" b="1" cap="none" sz="825" i="0" kern="1200" lang="en-US" spc="26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e</a:t>
            </a:r>
            <a:r>
              <a:rPr altLang="zh-CN" baseline="0" b="1" cap="none" sz="825" i="0" kern="1200" lang="en-US" spc="11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w</a:t>
            </a:r>
            <a:endParaRPr altLang="en-US" baseline="0" b="0" cap="none" sz="825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42" name="曲线"/>
          <p:cNvSpPr/>
          <p:nvPr/>
        </p:nvSpPr>
        <p:spPr>
          <a:xfrm>
            <a:off x="5522119" y="1193006"/>
            <a:ext cx="271463" cy="27146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0800" y="0"/>
                </a:moveTo>
                <a:lnTo>
                  <a:pt x="7928" y="385"/>
                </a:lnTo>
                <a:lnTo>
                  <a:pt x="5349" y="1474"/>
                </a:lnTo>
                <a:lnTo>
                  <a:pt x="3163" y="3163"/>
                </a:lnTo>
                <a:lnTo>
                  <a:pt x="1474" y="5349"/>
                </a:lnTo>
                <a:lnTo>
                  <a:pt x="385" y="7928"/>
                </a:lnTo>
                <a:lnTo>
                  <a:pt x="0" y="10800"/>
                </a:lnTo>
                <a:lnTo>
                  <a:pt x="385" y="13671"/>
                </a:lnTo>
                <a:lnTo>
                  <a:pt x="1474" y="16250"/>
                </a:lnTo>
                <a:lnTo>
                  <a:pt x="3163" y="18436"/>
                </a:lnTo>
                <a:lnTo>
                  <a:pt x="5349" y="20125"/>
                </a:lnTo>
                <a:lnTo>
                  <a:pt x="7928" y="21214"/>
                </a:lnTo>
                <a:lnTo>
                  <a:pt x="10800" y="21600"/>
                </a:lnTo>
                <a:lnTo>
                  <a:pt x="13671" y="21214"/>
                </a:lnTo>
                <a:lnTo>
                  <a:pt x="16250" y="20125"/>
                </a:lnTo>
                <a:lnTo>
                  <a:pt x="18436" y="18436"/>
                </a:lnTo>
                <a:lnTo>
                  <a:pt x="20125" y="16250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8"/>
                </a:lnTo>
                <a:lnTo>
                  <a:pt x="20125" y="5349"/>
                </a:lnTo>
                <a:lnTo>
                  <a:pt x="18436" y="3163"/>
                </a:lnTo>
                <a:lnTo>
                  <a:pt x="16250" y="1474"/>
                </a:lnTo>
                <a:lnTo>
                  <a:pt x="13671" y="385"/>
                </a:lnTo>
                <a:lnTo>
                  <a:pt x="10800" y="0"/>
                </a:lnTo>
                <a:close/>
              </a:path>
            </a:pathLst>
          </a:custGeom>
          <a:solidFill>
            <a:srgbClr val="EBEBEB"/>
          </a:solidFill>
          <a:ln cap="flat" cmpd="sng">
            <a:noFill/>
            <a:prstDash val="solid"/>
            <a:miter/>
          </a:ln>
        </p:spPr>
      </p:sp>
      <p:sp>
        <p:nvSpPr>
          <p:cNvPr id="1048643" name="曲线"/>
          <p:cNvSpPr/>
          <p:nvPr/>
        </p:nvSpPr>
        <p:spPr>
          <a:xfrm>
            <a:off x="8258175" y="5064919"/>
            <a:ext cx="485775" cy="485775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0799" y="0"/>
                </a:moveTo>
                <a:lnTo>
                  <a:pt x="9204" y="117"/>
                </a:lnTo>
                <a:lnTo>
                  <a:pt x="7681" y="457"/>
                </a:lnTo>
                <a:lnTo>
                  <a:pt x="6247" y="1003"/>
                </a:lnTo>
                <a:lnTo>
                  <a:pt x="4919" y="1739"/>
                </a:lnTo>
                <a:lnTo>
                  <a:pt x="3714" y="2649"/>
                </a:lnTo>
                <a:lnTo>
                  <a:pt x="2649" y="3714"/>
                </a:lnTo>
                <a:lnTo>
                  <a:pt x="1740" y="4919"/>
                </a:lnTo>
                <a:lnTo>
                  <a:pt x="1004" y="6247"/>
                </a:lnTo>
                <a:lnTo>
                  <a:pt x="457" y="7680"/>
                </a:lnTo>
                <a:lnTo>
                  <a:pt x="117" y="9204"/>
                </a:lnTo>
                <a:lnTo>
                  <a:pt x="0" y="10800"/>
                </a:lnTo>
                <a:lnTo>
                  <a:pt x="117" y="12395"/>
                </a:lnTo>
                <a:lnTo>
                  <a:pt x="457" y="13919"/>
                </a:lnTo>
                <a:lnTo>
                  <a:pt x="1004" y="15352"/>
                </a:lnTo>
                <a:lnTo>
                  <a:pt x="1740" y="16680"/>
                </a:lnTo>
                <a:lnTo>
                  <a:pt x="2649" y="17885"/>
                </a:lnTo>
                <a:lnTo>
                  <a:pt x="3714" y="18950"/>
                </a:lnTo>
                <a:lnTo>
                  <a:pt x="4919" y="19860"/>
                </a:lnTo>
                <a:lnTo>
                  <a:pt x="6247" y="20596"/>
                </a:lnTo>
                <a:lnTo>
                  <a:pt x="7681" y="21142"/>
                </a:lnTo>
                <a:lnTo>
                  <a:pt x="9204" y="21482"/>
                </a:lnTo>
                <a:lnTo>
                  <a:pt x="10799" y="21600"/>
                </a:lnTo>
                <a:lnTo>
                  <a:pt x="12395" y="21482"/>
                </a:lnTo>
                <a:lnTo>
                  <a:pt x="13918" y="21142"/>
                </a:lnTo>
                <a:lnTo>
                  <a:pt x="15352" y="20596"/>
                </a:lnTo>
                <a:lnTo>
                  <a:pt x="16680" y="19860"/>
                </a:lnTo>
                <a:lnTo>
                  <a:pt x="17885" y="18950"/>
                </a:lnTo>
                <a:lnTo>
                  <a:pt x="18950" y="17885"/>
                </a:lnTo>
                <a:lnTo>
                  <a:pt x="19859" y="16680"/>
                </a:lnTo>
                <a:lnTo>
                  <a:pt x="20595" y="15352"/>
                </a:lnTo>
                <a:lnTo>
                  <a:pt x="21142" y="13919"/>
                </a:lnTo>
                <a:lnTo>
                  <a:pt x="21482" y="12395"/>
                </a:lnTo>
                <a:lnTo>
                  <a:pt x="21600" y="10800"/>
                </a:lnTo>
                <a:lnTo>
                  <a:pt x="21482" y="9204"/>
                </a:lnTo>
                <a:lnTo>
                  <a:pt x="21142" y="7680"/>
                </a:lnTo>
                <a:lnTo>
                  <a:pt x="20595" y="6247"/>
                </a:lnTo>
                <a:lnTo>
                  <a:pt x="19859" y="4919"/>
                </a:lnTo>
                <a:lnTo>
                  <a:pt x="18950" y="3714"/>
                </a:lnTo>
                <a:lnTo>
                  <a:pt x="17885" y="2649"/>
                </a:lnTo>
                <a:lnTo>
                  <a:pt x="16680" y="1739"/>
                </a:lnTo>
                <a:lnTo>
                  <a:pt x="15352" y="1003"/>
                </a:lnTo>
                <a:lnTo>
                  <a:pt x="13918" y="457"/>
                </a:lnTo>
                <a:lnTo>
                  <a:pt x="12395" y="117"/>
                </a:lnTo>
                <a:lnTo>
                  <a:pt x="10799" y="0"/>
                </a:lnTo>
                <a:close/>
              </a:path>
            </a:pathLst>
          </a:custGeom>
          <a:solidFill>
            <a:srgbClr val="B7D92B"/>
          </a:solidFill>
          <a:ln cap="flat" cmpd="sng">
            <a:noFill/>
            <a:prstDash val="solid"/>
            <a:miter/>
          </a:ln>
        </p:spPr>
      </p:sp>
      <p:pic>
        <p:nvPicPr>
          <p:cNvPr id="2097153" name="Image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015287" y="5457825"/>
            <a:ext cx="185738" cy="185738"/>
          </a:xfrm>
          <a:prstGeom prst="rect"/>
          <a:noFill/>
          <a:ln w="12700" cap="flat" cmpd="sng">
            <a:noFill/>
            <a:prstDash val="solid"/>
            <a:miter/>
          </a:ln>
        </p:spPr>
      </p:pic>
      <p:grpSp>
        <p:nvGrpSpPr>
          <p:cNvPr id="42" name="Combination"/>
          <p:cNvGrpSpPr/>
          <p:nvPr/>
        </p:nvGrpSpPr>
        <p:grpSpPr>
          <a:xfrm>
            <a:off x="35719" y="3721892"/>
            <a:ext cx="3093244" cy="2257422"/>
            <a:chOff x="35719" y="3721892"/>
            <a:chExt cx="3093244" cy="2257422"/>
          </a:xfrm>
        </p:grpSpPr>
        <p:pic>
          <p:nvPicPr>
            <p:cNvPr id="2097154" name="Image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350044" y="5664993"/>
              <a:ext cx="2778919" cy="221456"/>
            </a:xfrm>
            <a:prstGeom prst="rect"/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2097155" name="Image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35719" y="3721892"/>
              <a:ext cx="1300162" cy="2257422"/>
            </a:xfrm>
            <a:prstGeom prst="rect"/>
            <a:noFill/>
            <a:ln w="12700" cap="flat" cmpd="sng">
              <a:noFill/>
              <a:prstDash val="solid"/>
              <a:miter/>
            </a:ln>
          </p:spPr>
        </p:pic>
      </p:grpSp>
      <p:sp>
        <p:nvSpPr>
          <p:cNvPr id="1048644" name="Text box"/>
          <p:cNvSpPr>
            <a:spLocks noGrp="1"/>
          </p:cNvSpPr>
          <p:nvPr>
            <p:ph type="title"/>
          </p:nvPr>
        </p:nvSpPr>
        <p:spPr>
          <a:xfrm>
            <a:off x="554831" y="1191291"/>
            <a:ext cx="2679384" cy="55292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0001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None/>
            </a:pPr>
            <a:r>
              <a:rPr altLang="zh-CN" baseline="0" b="0" cap="none" sz="3600" i="0" kern="1200" lang="en-US" spc="19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A</a:t>
            </a:r>
            <a:r>
              <a:rPr altLang="zh-CN" baseline="0" b="0" cap="none" sz="3600" i="0" kern="1200" lang="en-US" spc="-4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G</a:t>
            </a:r>
            <a:r>
              <a:rPr altLang="zh-CN" baseline="0" b="0" cap="none" sz="3600" i="0" kern="1200" lang="en-US" spc="-26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E</a:t>
            </a:r>
            <a:r>
              <a:rPr altLang="zh-CN" baseline="0" b="0" cap="none" sz="3600" i="0" kern="1200" lang="en-US" spc="1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N</a:t>
            </a:r>
            <a:r>
              <a:rPr altLang="zh-CN" baseline="0" b="0" cap="none" sz="3600" i="0" kern="1200" lang="en-US" spc="0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DA</a:t>
            </a:r>
            <a:endParaRPr altLang="en-US" baseline="0" b="0" cap="none" sz="3600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645" name="Rectangle"/>
          <p:cNvSpPr>
            <a:spLocks noGrp="1"/>
          </p:cNvSpPr>
          <p:nvPr>
            <p:ph type="sldNum"/>
          </p:nvPr>
        </p:nvSpPr>
        <p:spPr>
          <a:xfrm>
            <a:off x="6442998" y="6168918"/>
            <a:ext cx="512503" cy="110014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5239" vert="horz" wrap="square">
            <a:prstTxWarp prst="textNoShape"/>
            <a:spAutoFit/>
          </a:bodyPr>
          <a:p>
            <a:pPr algn="r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675" i="0" kern="1200" lang="en-US" spc="8" strike="noStrike" u="none">
                <a:solidFill>
                  <a:schemeClr val="accent1"/>
                </a:solidFill>
                <a:latin typeface="Trebuchet MS" charset="0"/>
                <a:ea typeface="华文新魏" charset="0"/>
                <a:cs typeface="Trebuchet MS" charset="0"/>
              </a:rPr>
              <a:t>3</a:t>
            </a:fld>
            <a:endParaRPr altLang="en-US" baseline="0" b="0" cap="none" sz="675" i="0" kern="1200" lang="zh-CN" spc="8" strike="noStrike" u="none">
              <a:solidFill>
                <a:schemeClr val="accent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46" name="Rectangle"/>
          <p:cNvSpPr/>
          <p:nvPr/>
        </p:nvSpPr>
        <p:spPr>
          <a:xfrm>
            <a:off x="1883332" y="1616966"/>
            <a:ext cx="3771899" cy="34442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altLang="zh-CN" baseline="0" b="0" cap="none" sz="2100" i="0" kern="1200" lang="en-US" spc="0" strike="noStrike" u="none">
              <a:solidFill>
                <a:srgbClr val="0D0D0D"/>
              </a:solidFill>
              <a:latin typeface="Times New Roman" pitchFamily="18" charset="0"/>
              <a:ea typeface="华文新魏" charset="0"/>
              <a:cs typeface="Times New Roman" pitchFamily="18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Problem Statement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Project Overview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End Users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Tools and Technologies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Portfolio design and Layout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Features and Functionality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Results and Screenshots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Conclusion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0" cap="none" sz="2100" i="0" kern="1200" lang="en-US" spc="0" strike="noStrike" u="none">
                <a:solidFill>
                  <a:srgbClr val="0D0D0D"/>
                </a:solidFill>
                <a:latin typeface="Times New Roman" pitchFamily="18" charset="0"/>
                <a:ea typeface="华文新魏" charset="0"/>
                <a:cs typeface="Times New Roman" pitchFamily="18" charset="0"/>
              </a:rPr>
              <a:t>Github Link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altLang="en-US" baseline="0" b="0" cap="none" sz="2100" i="0" kern="1200" lang="zh-CN" spc="0" strike="noStrike" u="none">
              <a:solidFill>
                <a:schemeClr val="tx1"/>
              </a:solidFill>
              <a:latin typeface="Times New Roman" pitchFamily="18" charset="0"/>
              <a:ea typeface="华文新魏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Combination"/>
          <p:cNvGrpSpPr/>
          <p:nvPr/>
        </p:nvGrpSpPr>
        <p:grpSpPr>
          <a:xfrm>
            <a:off x="5993605" y="3057525"/>
            <a:ext cx="2071686" cy="2443163"/>
            <a:chOff x="5993605" y="3057525"/>
            <a:chExt cx="2071686" cy="2443163"/>
          </a:xfrm>
        </p:grpSpPr>
        <p:sp>
          <p:nvSpPr>
            <p:cNvPr id="1048650" name="曲线"/>
            <p:cNvSpPr/>
            <p:nvPr/>
          </p:nvSpPr>
          <p:spPr>
            <a:xfrm>
              <a:off x="7015162" y="4879182"/>
              <a:ext cx="342899" cy="34290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ap="flat" cmpd="sng">
              <a:noFill/>
              <a:prstDash val="solid"/>
              <a:miter/>
            </a:ln>
          </p:spPr>
        </p:sp>
        <p:sp>
          <p:nvSpPr>
            <p:cNvPr id="1048651" name="曲线"/>
            <p:cNvSpPr/>
            <p:nvPr/>
          </p:nvSpPr>
          <p:spPr>
            <a:xfrm>
              <a:off x="7015162" y="5279231"/>
              <a:ext cx="135731" cy="13573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ap="flat" cmpd="sng">
              <a:noFill/>
              <a:prstDash val="solid"/>
              <a:miter/>
            </a:ln>
          </p:spPr>
        </p:sp>
        <p:pic>
          <p:nvPicPr>
            <p:cNvPr id="2097156" name="Image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5993605" y="3057525"/>
              <a:ext cx="2071686" cy="2443163"/>
            </a:xfrm>
            <a:prstGeom prst="rect"/>
            <a:noFill/>
            <a:ln w="12700" cap="flat" cmpd="sng">
              <a:noFill/>
              <a:prstDash val="solid"/>
              <a:miter/>
            </a:ln>
          </p:spPr>
        </p:pic>
      </p:grpSp>
      <p:sp>
        <p:nvSpPr>
          <p:cNvPr id="1048652" name="曲线"/>
          <p:cNvSpPr/>
          <p:nvPr/>
        </p:nvSpPr>
        <p:spPr>
          <a:xfrm flipV="1">
            <a:off x="5022056" y="1760438"/>
            <a:ext cx="410419" cy="368398"/>
          </a:xfrm>
          <a:custGeom>
            <a:avLst/>
            <a:gdLst>
              <a:gd name="T1" fmla="*/ 0 w 21600"/>
              <a:gd name="T2" fmla="*/ -21600 h 21600"/>
              <a:gd name="T3" fmla="*/ 21600 w 21600"/>
              <a:gd name="T4" fmla="*/ 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ap="flat" cmpd="sng">
            <a:noFill/>
            <a:prstDash val="solid"/>
            <a:miter/>
          </a:ln>
        </p:spPr>
      </p:sp>
      <p:sp>
        <p:nvSpPr>
          <p:cNvPr id="1048653" name="Text box"/>
          <p:cNvSpPr>
            <a:spLocks noGrp="1"/>
          </p:cNvSpPr>
          <p:nvPr>
            <p:ph type="title"/>
          </p:nvPr>
        </p:nvSpPr>
        <p:spPr>
          <a:xfrm>
            <a:off x="625555" y="1288541"/>
            <a:ext cx="5170426" cy="49815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2383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None/>
              <a:tabLst>
                <a:tab algn="l" pos="2045970"/>
              </a:tabLst>
            </a:pPr>
            <a:r>
              <a:rPr altLang="zh-CN" baseline="0" b="0" cap="none" sz="3188" i="0" kern="1200" lang="en-US" spc="-15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P</a:t>
            </a:r>
            <a:r>
              <a:rPr altLang="zh-CN" baseline="0" b="0" cap="none" sz="3188" i="0" kern="1200" lang="en-US" spc="1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ROB</a:t>
            </a:r>
            <a:r>
              <a:rPr altLang="zh-CN" baseline="0" b="0" cap="none" sz="3188" i="0" kern="1200" lang="en-US" spc="4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L</a:t>
            </a:r>
            <a:r>
              <a:rPr altLang="zh-CN" baseline="0" b="0" cap="none" sz="3188" i="0" kern="1200" lang="en-US" spc="-15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E</a:t>
            </a:r>
            <a:r>
              <a:rPr altLang="zh-CN" baseline="0" b="0" cap="none" sz="3188" i="0" kern="1200" lang="en-US" spc="15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M</a:t>
            </a:r>
            <a:r>
              <a:rPr altLang="zh-CN" baseline="0" b="0" cap="none" sz="3188" i="0" kern="1200" lang="en-US" spc="0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	</a:t>
            </a:r>
            <a:r>
              <a:rPr altLang="zh-CN" baseline="0" b="0" cap="none" sz="3188" i="0" kern="1200" lang="en-US" spc="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S</a:t>
            </a:r>
            <a:r>
              <a:rPr altLang="zh-CN" baseline="0" b="0" cap="none" sz="3188" i="0" kern="1200" lang="en-US" spc="-27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T</a:t>
            </a:r>
            <a:r>
              <a:rPr altLang="zh-CN" baseline="0" b="0" cap="none" sz="3188" i="0" kern="1200" lang="en-US" spc="-28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A</a:t>
            </a:r>
            <a:r>
              <a:rPr altLang="zh-CN" baseline="0" b="0" cap="none" sz="3188" i="0" kern="1200" lang="en-US" spc="1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T</a:t>
            </a:r>
            <a:r>
              <a:rPr altLang="zh-CN" baseline="0" b="0" cap="none" sz="3188" i="0" kern="1200" lang="en-US" spc="-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E</a:t>
            </a:r>
            <a:r>
              <a:rPr altLang="zh-CN" baseline="0" b="0" cap="none" sz="3188" i="0" kern="1200" lang="en-US" spc="-15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ME</a:t>
            </a:r>
            <a:r>
              <a:rPr altLang="zh-CN" baseline="0" b="0" cap="none" sz="3188" i="0" kern="1200" lang="en-US" spc="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NT</a:t>
            </a:r>
            <a:endParaRPr altLang="en-US" baseline="0" b="0" cap="none" sz="3188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654" name="Rectangle"/>
          <p:cNvSpPr>
            <a:spLocks noGrp="1"/>
          </p:cNvSpPr>
          <p:nvPr>
            <p:ph type="sldNum"/>
          </p:nvPr>
        </p:nvSpPr>
        <p:spPr>
          <a:xfrm>
            <a:off x="6442998" y="6168918"/>
            <a:ext cx="512503" cy="110014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5239" vert="horz" wrap="square">
            <a:prstTxWarp prst="textNoShape"/>
            <a:spAutoFit/>
          </a:bodyPr>
          <a:p>
            <a:pPr algn="r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675" i="0" kern="1200" lang="en-US" spc="8" strike="noStrike" u="none">
                <a:solidFill>
                  <a:schemeClr val="accent1"/>
                </a:solidFill>
                <a:latin typeface="Trebuchet MS" charset="0"/>
                <a:ea typeface="华文新魏" charset="0"/>
                <a:cs typeface="Trebuchet MS" charset="0"/>
              </a:rPr>
              <a:t>4</a:t>
            </a:fld>
            <a:endParaRPr altLang="en-US" baseline="0" b="0" cap="none" sz="675" i="0" kern="1200" lang="zh-CN" spc="8" strike="noStrike" u="none">
              <a:solidFill>
                <a:schemeClr val="accent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pic>
        <p:nvPicPr>
          <p:cNvPr id="2097157" name="Image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507207" y="5707857"/>
            <a:ext cx="1607344" cy="150018"/>
          </a:xfrm>
          <a:prstGeom prst="rect"/>
          <a:noFill/>
          <a:ln w="12700" cap="flat" cmpd="sng">
            <a:noFill/>
            <a:prstDash val="solid"/>
            <a:miter/>
          </a:ln>
        </p:spPr>
      </p:pic>
      <p:sp>
        <p:nvSpPr>
          <p:cNvPr id="1048655" name="Rectangle"/>
          <p:cNvSpPr/>
          <p:nvPr/>
        </p:nvSpPr>
        <p:spPr>
          <a:xfrm>
            <a:off x="989547" y="2192011"/>
            <a:ext cx="5408405" cy="22250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-385699" marL="3856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Many students and professionals struggle to showcase their skills effectively</a:t>
            </a:r>
          </a:p>
          <a:p>
            <a:pPr algn="l" indent="-385699" marL="3856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Traditional resumes lack visual appeal and interactivity.</a:t>
            </a:r>
          </a:p>
          <a:p>
            <a:pPr algn="l" indent="-385699" marL="3856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Recruiters find it hard to evaluate practical skills quickly.</a:t>
            </a:r>
          </a:p>
          <a:p>
            <a:pPr algn="l" indent="-385699" marL="3856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Lack of a centralized platform to display projects, skills, and achievements.</a:t>
            </a:r>
          </a:p>
          <a:p>
            <a:pPr algn="l" indent="-385699" marL="3856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Need for a modern, digital portfolio solution to stand out.</a:t>
            </a:r>
            <a:endParaRPr altLang="en-US" baseline="0" b="1" cap="none" sz="21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56" name="Rectangle"/>
          <p:cNvSpPr/>
          <p:nvPr/>
        </p:nvSpPr>
        <p:spPr>
          <a:xfrm>
            <a:off x="3892429" y="2747537"/>
            <a:ext cx="1371599" cy="276998"/>
          </a:xfrm>
          <a:prstGeom prst="rect"/>
          <a:noFill/>
          <a:ln w="12700" cap="flat" cmpd="sng">
            <a:noFill/>
            <a:prstDash val="solid"/>
            <a:miter/>
          </a:ln>
        </p:spPr>
      </p:sp>
      <p:sp>
        <p:nvSpPr>
          <p:cNvPr id="1048657" name="Regular pentagon"/>
          <p:cNvSpPr/>
          <p:nvPr/>
        </p:nvSpPr>
        <p:spPr>
          <a:xfrm>
            <a:off x="5416270" y="2133567"/>
            <a:ext cx="759422" cy="613970"/>
          </a:xfrm>
          <a:prstGeom prst="pentagon"/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/>
          </a:ln>
        </p:spPr>
      </p:sp>
    </p:spTree>
  </p:cSld>
  <p:clrMapOvr>
    <a:masterClrMapping/>
  </p:clrMapOvr>
  <p:transition>
    <p:cover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Combination"/>
          <p:cNvGrpSpPr/>
          <p:nvPr/>
        </p:nvGrpSpPr>
        <p:grpSpPr>
          <a:xfrm>
            <a:off x="5874553" y="2852738"/>
            <a:ext cx="2650331" cy="2857499"/>
            <a:chOff x="5874553" y="2852738"/>
            <a:chExt cx="2650331" cy="2857499"/>
          </a:xfrm>
        </p:grpSpPr>
        <p:sp>
          <p:nvSpPr>
            <p:cNvPr id="1048661" name="曲线"/>
            <p:cNvSpPr/>
            <p:nvPr/>
          </p:nvSpPr>
          <p:spPr>
            <a:xfrm>
              <a:off x="6396047" y="4888707"/>
              <a:ext cx="342900" cy="34289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ap="flat" cmpd="sng">
              <a:noFill/>
              <a:prstDash val="solid"/>
              <a:miter/>
            </a:ln>
          </p:spPr>
        </p:sp>
        <p:sp>
          <p:nvSpPr>
            <p:cNvPr id="1048662" name="曲线"/>
            <p:cNvSpPr/>
            <p:nvPr/>
          </p:nvSpPr>
          <p:spPr>
            <a:xfrm>
              <a:off x="6396047" y="5288756"/>
              <a:ext cx="135731" cy="13573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ap="flat" cmpd="sng">
              <a:noFill/>
              <a:prstDash val="solid"/>
              <a:miter/>
            </a:ln>
          </p:spPr>
        </p:sp>
        <p:pic>
          <p:nvPicPr>
            <p:cNvPr id="2097158" name="Image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5874553" y="2852738"/>
              <a:ext cx="2650331" cy="2857499"/>
            </a:xfrm>
            <a:prstGeom prst="rect"/>
            <a:noFill/>
            <a:ln w="12700" cap="flat" cmpd="sng">
              <a:noFill/>
              <a:prstDash val="solid"/>
              <a:miter/>
            </a:ln>
          </p:spPr>
        </p:pic>
      </p:grpSp>
      <p:sp>
        <p:nvSpPr>
          <p:cNvPr id="1048663" name="曲线"/>
          <p:cNvSpPr/>
          <p:nvPr/>
        </p:nvSpPr>
        <p:spPr>
          <a:xfrm>
            <a:off x="5022057" y="2128837"/>
            <a:ext cx="235744" cy="242888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ap="flat" cmpd="sng">
            <a:noFill/>
            <a:prstDash val="solid"/>
            <a:miter/>
          </a:ln>
        </p:spPr>
      </p:sp>
      <p:sp>
        <p:nvSpPr>
          <p:cNvPr id="1048664" name="Text box"/>
          <p:cNvSpPr>
            <a:spLocks noGrp="1"/>
          </p:cNvSpPr>
          <p:nvPr>
            <p:ph type="title"/>
          </p:nvPr>
        </p:nvSpPr>
        <p:spPr>
          <a:xfrm>
            <a:off x="554832" y="1479470"/>
            <a:ext cx="6184115" cy="49815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2383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None/>
              <a:tabLst>
                <a:tab algn="l" pos="1982089"/>
              </a:tabLst>
            </a:pPr>
            <a:r>
              <a:rPr altLang="zh-CN" baseline="0" b="0" cap="none" sz="3188" i="0" kern="1200" lang="en-US" spc="4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PROJECT	</a:t>
            </a:r>
            <a:r>
              <a:rPr altLang="zh-CN" baseline="0" b="0" cap="none" sz="3188" i="0" kern="1200" lang="en-US" spc="-15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OVERVIEW</a:t>
            </a:r>
            <a:endParaRPr altLang="en-US" baseline="0" b="0" cap="none" sz="4400" i="0" kern="1200" lang="zh-CN" spc="-15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665" name="Rectangle"/>
          <p:cNvSpPr>
            <a:spLocks noGrp="1"/>
          </p:cNvSpPr>
          <p:nvPr>
            <p:ph type="sldNum"/>
          </p:nvPr>
        </p:nvSpPr>
        <p:spPr>
          <a:xfrm>
            <a:off x="6442998" y="6168918"/>
            <a:ext cx="512503" cy="110014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5239" vert="horz" wrap="square">
            <a:prstTxWarp prst="textNoShape"/>
            <a:spAutoFit/>
          </a:bodyPr>
          <a:p>
            <a:pPr algn="r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675" i="0" kern="1200" lang="en-US" spc="8" strike="noStrike" u="none">
                <a:solidFill>
                  <a:schemeClr val="accent1"/>
                </a:solidFill>
                <a:latin typeface="Trebuchet MS" charset="0"/>
                <a:ea typeface="华文新魏" charset="0"/>
                <a:cs typeface="Trebuchet MS" charset="0"/>
              </a:rPr>
              <a:t>5</a:t>
            </a:fld>
            <a:endParaRPr altLang="en-US" baseline="0" b="0" cap="none" sz="675" i="0" kern="1200" lang="zh-CN" spc="8" strike="noStrike" u="none">
              <a:solidFill>
                <a:schemeClr val="accent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pic>
        <p:nvPicPr>
          <p:cNvPr id="2097159" name="Image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507207" y="5707857"/>
            <a:ext cx="1607344" cy="150018"/>
          </a:xfrm>
          <a:prstGeom prst="rect"/>
          <a:noFill/>
          <a:ln w="12700" cap="flat" cmpd="sng">
            <a:noFill/>
            <a:prstDash val="solid"/>
            <a:miter/>
          </a:ln>
        </p:spPr>
      </p:pic>
      <p:sp>
        <p:nvSpPr>
          <p:cNvPr id="1048666" name="Rectangle"/>
          <p:cNvSpPr/>
          <p:nvPr/>
        </p:nvSpPr>
        <p:spPr>
          <a:xfrm>
            <a:off x="963958" y="2510536"/>
            <a:ext cx="4713111" cy="28346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1.Development of a personal digital portfolio system.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2. Aims to highlight skills, projects, and achievements in a professional way.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3. Provides an easy-to-navigate platform for end users.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4. Built using modern web technologies for better performance.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5. Focused on being responsive, engaging, and user-friendly.</a:t>
            </a:r>
            <a:endParaRPr altLang="en-US" baseline="0" b="1" cap="none" sz="21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ext box"/>
          <p:cNvSpPr>
            <a:spLocks noGrp="1"/>
          </p:cNvSpPr>
          <p:nvPr>
            <p:ph type="title"/>
          </p:nvPr>
        </p:nvSpPr>
        <p:spPr>
          <a:xfrm>
            <a:off x="1834746" y="718020"/>
            <a:ext cx="6447501" cy="162063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3600" i="0" kern="1200" lang="en-US" spc="0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Screenshot</a:t>
            </a:r>
            <a:br>
              <a:rPr altLang="en-US" baseline="0" b="0" cap="none" sz="3600" i="0" kern="1200" lang="zh-CN" spc="0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</a:br>
            <a:endParaRPr altLang="en-US" baseline="0" b="0" cap="none" sz="3600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pic>
        <p:nvPicPr>
          <p:cNvPr id="2097160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98566" y="2197353"/>
            <a:ext cx="6096000" cy="3638363"/>
          </a:xfrm>
          <a:prstGeom prst="rect"/>
        </p:spPr>
      </p:pic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42465">
            <a:off x="361445" y="2081852"/>
            <a:ext cx="7245398" cy="3766655"/>
          </a:xfrm>
          <a:prstGeom prst="rect"/>
        </p:spPr>
      </p:pic>
      <p:pic>
        <p:nvPicPr>
          <p:cNvPr id="2097168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21600000">
            <a:off x="221607" y="2037246"/>
            <a:ext cx="7381089" cy="3835724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曲线"/>
          <p:cNvSpPr/>
          <p:nvPr/>
        </p:nvSpPr>
        <p:spPr>
          <a:xfrm>
            <a:off x="7015163" y="4879181"/>
            <a:ext cx="342900" cy="3429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ap="flat" cmpd="sng">
            <a:noFill/>
            <a:prstDash val="solid"/>
            <a:miter/>
          </a:ln>
        </p:spPr>
      </p:sp>
      <p:sp>
        <p:nvSpPr>
          <p:cNvPr id="1048675" name="曲线"/>
          <p:cNvSpPr/>
          <p:nvPr/>
        </p:nvSpPr>
        <p:spPr>
          <a:xfrm>
            <a:off x="5022057" y="2128837"/>
            <a:ext cx="235744" cy="242888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ap="flat" cmpd="sng">
            <a:noFill/>
            <a:prstDash val="solid"/>
            <a:miter/>
          </a:ln>
        </p:spPr>
      </p:sp>
      <p:sp>
        <p:nvSpPr>
          <p:cNvPr id="1048676" name="曲线"/>
          <p:cNvSpPr/>
          <p:nvPr/>
        </p:nvSpPr>
        <p:spPr>
          <a:xfrm>
            <a:off x="7015163" y="5279231"/>
            <a:ext cx="135730" cy="13573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ap="flat" cmpd="sng">
            <a:noFill/>
            <a:prstDash val="solid"/>
            <a:miter/>
          </a:ln>
        </p:spPr>
      </p:sp>
      <p:sp>
        <p:nvSpPr>
          <p:cNvPr id="1048677" name="Text box"/>
          <p:cNvSpPr>
            <a:spLocks noGrp="1"/>
          </p:cNvSpPr>
          <p:nvPr>
            <p:ph type="title"/>
          </p:nvPr>
        </p:nvSpPr>
        <p:spPr>
          <a:xfrm>
            <a:off x="524590" y="1526095"/>
            <a:ext cx="3760946" cy="723583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2383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None/>
            </a:pPr>
            <a:r>
              <a:rPr altLang="zh-CN" baseline="0" b="0" cap="none" sz="2400" i="0" kern="1200" lang="en-US" spc="19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W</a:t>
            </a:r>
            <a:r>
              <a:rPr altLang="zh-CN" baseline="0" b="0" cap="none" sz="2400" i="0" kern="1200" lang="en-US" spc="-15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H</a:t>
            </a:r>
            <a:r>
              <a:rPr altLang="zh-CN" baseline="0" b="0" cap="none" sz="2400" i="0" kern="1200" lang="en-US" spc="15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O</a:t>
            </a:r>
            <a:r>
              <a:rPr altLang="zh-CN" baseline="0" b="0" cap="none" sz="2400" i="0" kern="1200" lang="en-US" spc="-176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 </a:t>
            </a:r>
            <a:r>
              <a:rPr altLang="zh-CN" baseline="0" b="0" cap="none" sz="2400" i="0" kern="1200" lang="en-US" spc="-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AR</a:t>
            </a:r>
            <a:r>
              <a:rPr altLang="zh-CN" baseline="0" b="0" cap="none" sz="2400" i="0" kern="1200" lang="en-US" spc="1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E</a:t>
            </a:r>
            <a:r>
              <a:rPr altLang="zh-CN" baseline="0" b="0" cap="none" sz="2400" i="0" kern="1200" lang="en-US" spc="-26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 </a:t>
            </a:r>
            <a:r>
              <a:rPr altLang="zh-CN" baseline="0" b="0" cap="none" sz="2400" i="0" kern="1200" lang="en-US" spc="-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T</a:t>
            </a:r>
            <a:r>
              <a:rPr altLang="zh-CN" baseline="0" b="0" cap="none" sz="2400" i="0" kern="1200" lang="en-US" spc="-1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H</a:t>
            </a:r>
            <a:r>
              <a:rPr altLang="zh-CN" baseline="0" b="0" cap="none" sz="2400" i="0" kern="1200" lang="en-US" spc="1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E</a:t>
            </a:r>
            <a:r>
              <a:rPr altLang="zh-CN" baseline="0" b="0" cap="none" sz="2400" i="0" kern="1200" lang="en-US" spc="-26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 </a:t>
            </a:r>
            <a:r>
              <a:rPr altLang="zh-CN" baseline="0" b="0" cap="none" sz="2400" i="0" kern="1200" lang="en-US" spc="-15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E</a:t>
            </a:r>
            <a:r>
              <a:rPr altLang="zh-CN" baseline="0" b="0" cap="none" sz="2400" i="0" kern="1200" lang="en-US" spc="23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N</a:t>
            </a:r>
            <a:r>
              <a:rPr altLang="zh-CN" baseline="0" b="0" cap="none" sz="2400" i="0" kern="1200" lang="en-US" spc="1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D</a:t>
            </a:r>
            <a:r>
              <a:rPr altLang="zh-CN" baseline="0" b="0" cap="none" sz="2400" i="0" kern="1200" lang="en-US" spc="-34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 </a:t>
            </a:r>
            <a:r>
              <a:rPr altLang="zh-CN" baseline="0" b="0" cap="none" sz="2400" i="0" kern="1200" lang="en-US" spc="0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U</a:t>
            </a:r>
            <a:r>
              <a:rPr altLang="zh-CN" baseline="0" b="0" cap="none" sz="2400" i="0" kern="1200" lang="en-US" spc="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S</a:t>
            </a:r>
            <a:r>
              <a:rPr altLang="zh-CN" baseline="0" b="0" cap="none" sz="2400" i="0" kern="1200" lang="en-US" spc="-19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E</a:t>
            </a:r>
            <a:r>
              <a:rPr altLang="zh-CN" baseline="0" b="0" cap="none" sz="2400" i="0" kern="1200" lang="en-US" spc="-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R</a:t>
            </a:r>
            <a:r>
              <a:rPr altLang="zh-CN" baseline="0" b="0" cap="none" sz="2400" i="0" kern="1200" lang="en-US" spc="4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S?</a:t>
            </a:r>
            <a:endParaRPr altLang="en-US" baseline="0" b="0" cap="none" sz="2400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678" name="Rectangle"/>
          <p:cNvSpPr>
            <a:spLocks noGrp="1"/>
          </p:cNvSpPr>
          <p:nvPr>
            <p:ph type="sldNum"/>
          </p:nvPr>
        </p:nvSpPr>
        <p:spPr>
          <a:xfrm>
            <a:off x="6442998" y="6168918"/>
            <a:ext cx="512503" cy="110014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5239" vert="horz" wrap="square">
            <a:prstTxWarp prst="textNoShape"/>
            <a:spAutoFit/>
          </a:bodyPr>
          <a:p>
            <a:pPr algn="r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675" i="0" kern="1200" lang="en-US" spc="8" strike="noStrike" u="none">
                <a:solidFill>
                  <a:schemeClr val="accent1"/>
                </a:solidFill>
                <a:latin typeface="Trebuchet MS" charset="0"/>
                <a:ea typeface="华文新魏" charset="0"/>
                <a:cs typeface="Trebuchet MS" charset="0"/>
              </a:rPr>
              <a:t>7</a:t>
            </a:fld>
            <a:endParaRPr altLang="en-US" baseline="0" b="0" cap="none" sz="675" i="0" kern="1200" lang="zh-CN" spc="8" strike="noStrike" u="none">
              <a:solidFill>
                <a:schemeClr val="accent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pic>
        <p:nvPicPr>
          <p:cNvPr id="2097162" name="Image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42925" y="5486401"/>
            <a:ext cx="1635919" cy="364330"/>
          </a:xfrm>
          <a:prstGeom prst="rect"/>
          <a:noFill/>
          <a:ln w="12700" cap="flat" cmpd="sng">
            <a:noFill/>
            <a:prstDash val="solid"/>
            <a:miter/>
          </a:ln>
        </p:spPr>
      </p:pic>
      <p:sp>
        <p:nvSpPr>
          <p:cNvPr id="1048679" name="Rectangle" descr=" "/>
          <p:cNvSpPr/>
          <p:nvPr/>
        </p:nvSpPr>
        <p:spPr>
          <a:xfrm>
            <a:off x="1461563" y="2418725"/>
            <a:ext cx="4578228" cy="192024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1. Students showcasing academic projects.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2.Job seekers presenting professional skills.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3. Recruiters and HR professionals reviewing candidates.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4. Freelancers displaying their portfolios for clients.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5. Educators or institutions highlighting their work.</a:t>
            </a:r>
            <a:endParaRPr altLang="en-US" baseline="0" b="1" cap="none" sz="21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Image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964532"/>
            <a:ext cx="2021681" cy="2436018"/>
          </a:xfrm>
          <a:prstGeom prst="rect"/>
          <a:noFill/>
          <a:ln w="12700" cap="flat" cmpd="sng">
            <a:noFill/>
            <a:prstDash val="solid"/>
            <a:miter/>
          </a:ln>
        </p:spPr>
      </p:pic>
      <p:sp>
        <p:nvSpPr>
          <p:cNvPr id="1048683" name="曲线"/>
          <p:cNvSpPr/>
          <p:nvPr/>
        </p:nvSpPr>
        <p:spPr>
          <a:xfrm>
            <a:off x="7015163" y="4879181"/>
            <a:ext cx="342900" cy="3429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ap="flat" cmpd="sng">
            <a:noFill/>
            <a:prstDash val="solid"/>
            <a:miter/>
          </a:ln>
        </p:spPr>
      </p:sp>
      <p:sp>
        <p:nvSpPr>
          <p:cNvPr id="1048684" name="曲线"/>
          <p:cNvSpPr/>
          <p:nvPr/>
        </p:nvSpPr>
        <p:spPr>
          <a:xfrm>
            <a:off x="5022057" y="2128837"/>
            <a:ext cx="235744" cy="242888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ap="flat" cmpd="sng">
            <a:noFill/>
            <a:prstDash val="solid"/>
            <a:miter/>
          </a:ln>
        </p:spPr>
      </p:sp>
      <p:sp>
        <p:nvSpPr>
          <p:cNvPr id="1048685" name="曲线"/>
          <p:cNvSpPr/>
          <p:nvPr/>
        </p:nvSpPr>
        <p:spPr>
          <a:xfrm>
            <a:off x="7015163" y="5279231"/>
            <a:ext cx="135730" cy="13573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ap="flat" cmpd="sng">
            <a:noFill/>
            <a:prstDash val="solid"/>
            <a:miter/>
          </a:ln>
        </p:spPr>
      </p:sp>
      <p:sp>
        <p:nvSpPr>
          <p:cNvPr id="1048686" name="Text box"/>
          <p:cNvSpPr>
            <a:spLocks noGrp="1"/>
          </p:cNvSpPr>
          <p:nvPr>
            <p:ph type="title"/>
          </p:nvPr>
        </p:nvSpPr>
        <p:spPr>
          <a:xfrm>
            <a:off x="418623" y="1500663"/>
            <a:ext cx="7322344" cy="419576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0001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None/>
            </a:pPr>
            <a:r>
              <a:rPr altLang="zh-CN" baseline="0" b="0" cap="none" sz="2700" i="0" kern="1200" lang="en-US" spc="8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TOOLS AND TECHNIQUES</a:t>
            </a:r>
            <a:endParaRPr altLang="en-US" baseline="0" b="0" cap="none" sz="2700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687" name="Rectangle"/>
          <p:cNvSpPr>
            <a:spLocks noGrp="1"/>
          </p:cNvSpPr>
          <p:nvPr>
            <p:ph type="sldNum"/>
          </p:nvPr>
        </p:nvSpPr>
        <p:spPr>
          <a:xfrm>
            <a:off x="6442998" y="6168918"/>
            <a:ext cx="512503" cy="110014"/>
          </a:xfrm>
          <a:prstGeom prst="rect"/>
          <a:noFill/>
          <a:ln cap="flat" cmpd="sng">
            <a:noFill/>
            <a:prstDash val="solid"/>
            <a:miter/>
          </a:ln>
        </p:spPr>
        <p:txBody>
          <a:bodyPr anchor="ctr" anchorCtr="0" bIns="0" lIns="0" rIns="0" tIns="5239" vert="horz" wrap="square">
            <a:prstTxWarp prst="textNoShape"/>
            <a:spAutoFit/>
          </a:bodyPr>
          <a:p>
            <a:pPr algn="r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675" i="0" kern="1200" lang="en-US" spc="8" strike="noStrike" u="none">
                <a:solidFill>
                  <a:schemeClr val="accent1"/>
                </a:solidFill>
                <a:latin typeface="Trebuchet MS" charset="0"/>
                <a:ea typeface="华文新魏" charset="0"/>
                <a:cs typeface="Trebuchet MS" charset="0"/>
              </a:rPr>
              <a:t>8</a:t>
            </a:fld>
            <a:endParaRPr altLang="en-US" baseline="0" b="0" cap="none" sz="675" i="0" kern="1200" lang="zh-CN" spc="8" strike="noStrike" u="none">
              <a:solidFill>
                <a:schemeClr val="accent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pic>
        <p:nvPicPr>
          <p:cNvPr id="2097164" name="Image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507207" y="5707857"/>
            <a:ext cx="1607344" cy="150018"/>
          </a:xfrm>
          <a:prstGeom prst="rect"/>
          <a:noFill/>
          <a:ln w="12700" cap="flat" cmpd="sng">
            <a:noFill/>
            <a:prstDash val="solid"/>
            <a:miter/>
          </a:ln>
        </p:spPr>
      </p:pic>
      <p:sp>
        <p:nvSpPr>
          <p:cNvPr id="1048688" name="Rectangle"/>
          <p:cNvSpPr/>
          <p:nvPr/>
        </p:nvSpPr>
        <p:spPr>
          <a:xfrm>
            <a:off x="2282886" y="2492715"/>
            <a:ext cx="4578228" cy="222504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Frontend: HTML, CSS, JavaScript (or React/Angular)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Backend: Node .js , PHP, or Python.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Database: MySQL / MongoDB.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Design: Figma , Canva for UI/UX layouts.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 Development tools: GitHub, VS Code for version control &amp; coding.</a:t>
            </a:r>
            <a:endParaRPr altLang="en-US" baseline="0" b="1" cap="none" sz="21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89" name="Rectangle"/>
          <p:cNvSpPr/>
          <p:nvPr/>
        </p:nvSpPr>
        <p:spPr>
          <a:xfrm>
            <a:off x="3892429" y="2747537"/>
            <a:ext cx="1371599" cy="276998"/>
          </a:xfrm>
          <a:prstGeom prst="rect"/>
          <a:noFill/>
          <a:ln w="12700" cap="flat" cmpd="sng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曲线"/>
          <p:cNvSpPr/>
          <p:nvPr/>
        </p:nvSpPr>
        <p:spPr>
          <a:xfrm>
            <a:off x="7015163" y="5279231"/>
            <a:ext cx="135730" cy="13573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ap="flat" cmpd="sng">
            <a:noFill/>
            <a:prstDash val="solid"/>
            <a:miter/>
          </a:ln>
        </p:spPr>
      </p:sp>
      <p:pic>
        <p:nvPicPr>
          <p:cNvPr id="2097165" name="Image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250156" y="5707856"/>
            <a:ext cx="57150" cy="133349"/>
          </a:xfrm>
          <a:prstGeom prst="rect"/>
          <a:noFill/>
          <a:ln w="12700" cap="flat" cmpd="sng">
            <a:noFill/>
            <a:prstDash val="solid"/>
            <a:miter/>
          </a:ln>
        </p:spPr>
      </p:pic>
      <p:sp>
        <p:nvSpPr>
          <p:cNvPr id="1048694" name="Rectangle"/>
          <p:cNvSpPr/>
          <p:nvPr/>
        </p:nvSpPr>
        <p:spPr>
          <a:xfrm>
            <a:off x="8457914" y="5712253"/>
            <a:ext cx="171450" cy="1195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5239" vert="horz" wrap="square">
            <a:prstTxWarp prst="textNoShape"/>
            <a:spAutoFit/>
          </a:bodyPr>
          <a:p>
            <a:pPr algn="l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825" i="0" kern="1200" lang="en-US" spc="8" strike="noStrike" u="none">
                <a:solidFill>
                  <a:srgbClr val="2D936B"/>
                </a:solidFill>
                <a:latin typeface="Trebuchet MS" charset="0"/>
                <a:ea typeface="华文新魏" charset="0"/>
                <a:cs typeface="Trebuchet MS" charset="0"/>
              </a:rPr>
              <a:t>9</a:t>
            </a:fld>
            <a:endParaRPr altLang="en-US" baseline="0" b="0" cap="none" sz="825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95" name="Rectangle"/>
          <p:cNvSpPr/>
          <p:nvPr/>
        </p:nvSpPr>
        <p:spPr>
          <a:xfrm>
            <a:off x="554831" y="1075610"/>
            <a:ext cx="6596063" cy="45767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0001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None/>
            </a:pPr>
            <a:r>
              <a:rPr altLang="zh-CN" baseline="0" b="1" cap="none" sz="3000" i="0" kern="1200" lang="en-US" spc="11" strike="noStrike" u="none">
                <a:solidFill>
                  <a:srgbClr val="8AAE32"/>
                </a:solidFill>
                <a:latin typeface="Trebuchet MS" charset="0"/>
                <a:ea typeface="华文新魏" charset="0"/>
                <a:cs typeface="Trebuchet MS" charset="0"/>
              </a:rPr>
              <a:t>PORTFOLIO DESIGN AND LAYOUT</a:t>
            </a:r>
            <a:endParaRPr altLang="en-US" baseline="0" b="0" cap="none" sz="3000" i="0" kern="1200" lang="zh-CN" spc="0" strike="noStrike" u="none">
              <a:solidFill>
                <a:srgbClr val="8AAE32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696" name="曲线"/>
          <p:cNvSpPr/>
          <p:nvPr/>
        </p:nvSpPr>
        <p:spPr>
          <a:xfrm>
            <a:off x="7543800" y="1251106"/>
            <a:ext cx="342900" cy="3429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ap="flat" cmpd="sng">
            <a:noFill/>
            <a:prstDash val="solid"/>
            <a:miter/>
          </a:ln>
        </p:spPr>
      </p:sp>
      <p:sp>
        <p:nvSpPr>
          <p:cNvPr id="1048697" name="Rectangle"/>
          <p:cNvSpPr/>
          <p:nvPr/>
        </p:nvSpPr>
        <p:spPr>
          <a:xfrm>
            <a:off x="1245637" y="2471990"/>
            <a:ext cx="4037651" cy="252984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1. Home page with a professional introduction.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2. Sections: About Me, Skills, Projects, Resume, Contact.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3. Consistent color scheme and typography.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4. Mobile-friendly responsive layout.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5. Smooth navigation with menus and quick links.</a:t>
            </a:r>
            <a:endParaRPr altLang="en-US" baseline="0" b="1" cap="none" sz="21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ext box"/>
          <p:cNvSpPr>
            <a:spLocks noGrp="1"/>
          </p:cNvSpPr>
          <p:nvPr>
            <p:ph type="title"/>
          </p:nvPr>
        </p:nvSpPr>
        <p:spPr>
          <a:xfrm>
            <a:off x="222255" y="790572"/>
            <a:ext cx="7175926" cy="723857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3600" i="0" kern="1200" lang="en-US" spc="0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FEATURES AND FUNCTIONALITY</a:t>
            </a:r>
            <a:endParaRPr altLang="en-US" baseline="0" b="0" cap="none" sz="3600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702" name="Rectangle" descr="1. Interactive project showcase with images and descriptions.   2. Downloadable resume/CV option.   3. Contact form with email integration.   4. Search/filter feature for projects.   5. Social media and LinkedIn/GitHub integration.   "/>
          <p:cNvSpPr/>
          <p:nvPr/>
        </p:nvSpPr>
        <p:spPr>
          <a:xfrm>
            <a:off x="1522478" y="2567476"/>
            <a:ext cx="4575480" cy="222504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1.Interactive project showcase with images and descriptions.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2. Downloadable resume/CV option.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3. Contact form with email integration.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4. Search/filter feature for projects</a:t>
            </a: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5. Social media and LinkedIn/GitHub integration.</a:t>
            </a:r>
            <a:endParaRPr altLang="en-US" baseline="0" b="1" cap="none" sz="21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Rectangle"/>
          <p:cNvSpPr/>
          <p:nvPr/>
        </p:nvSpPr>
        <p:spPr>
          <a:xfrm>
            <a:off x="564357" y="5721778"/>
            <a:ext cx="1330166" cy="121412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0" vert="horz" wrap="square">
            <a:prstTxWarp prst="textNoShape"/>
            <a:spAutoFit/>
          </a:bodyPr>
          <a:p>
            <a:pPr algn="l" indent="0" marL="0">
              <a:lnSpc>
                <a:spcPts val="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825" i="0" kern="1200" lang="en-US" spc="15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3/21/202</a:t>
            </a:r>
            <a:r>
              <a:rPr altLang="zh-CN" baseline="0" b="0" cap="none" sz="825" i="0" kern="1200" lang="en-US" spc="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4</a:t>
            </a:r>
            <a:r>
              <a:rPr altLang="zh-CN" baseline="0" b="0" cap="none" sz="825" i="0" kern="1200" lang="en-US" spc="0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 </a:t>
            </a:r>
            <a:r>
              <a:rPr altLang="zh-CN" baseline="0" b="0" cap="none" sz="825" i="0" kern="1200" lang="en-US" spc="9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 </a:t>
            </a:r>
            <a:r>
              <a:rPr altLang="zh-CN" baseline="0" b="1" cap="none" sz="825" i="0" kern="1200" lang="en-US" spc="3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A</a:t>
            </a:r>
            <a:r>
              <a:rPr altLang="zh-CN" baseline="0" b="1" cap="none" sz="825" i="0" kern="1200" lang="en-US" spc="11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nnu</a:t>
            </a:r>
            <a:r>
              <a:rPr altLang="zh-CN" baseline="0" b="1" cap="none" sz="825" i="0" kern="1200" lang="en-US" spc="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al</a:t>
            </a:r>
            <a:r>
              <a:rPr altLang="zh-CN" baseline="0" b="1" cap="none" sz="825" i="0" kern="1200" lang="en-US" spc="-105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 </a:t>
            </a:r>
            <a:r>
              <a:rPr altLang="zh-CN" baseline="0" b="1" cap="none" sz="825" i="0" kern="1200" lang="en-US" spc="0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R</a:t>
            </a:r>
            <a:r>
              <a:rPr altLang="zh-CN" baseline="0" b="1" cap="none" sz="825" i="0" kern="1200" lang="en-US" spc="26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e</a:t>
            </a:r>
            <a:r>
              <a:rPr altLang="zh-CN" baseline="0" b="1" cap="none" sz="825" i="0" kern="1200" lang="en-US" spc="68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v</a:t>
            </a:r>
            <a:r>
              <a:rPr altLang="zh-CN" baseline="0" b="1" cap="none" sz="825" i="0" kern="1200" lang="en-US" spc="-26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i</a:t>
            </a:r>
            <a:r>
              <a:rPr altLang="zh-CN" baseline="0" b="1" cap="none" sz="825" i="0" kern="1200" lang="en-US" spc="26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e</a:t>
            </a:r>
            <a:r>
              <a:rPr altLang="zh-CN" baseline="0" b="1" cap="none" sz="825" i="0" kern="1200" lang="en-US" spc="11" strike="noStrike" u="none">
                <a:solidFill>
                  <a:srgbClr val="2D83C3"/>
                </a:solidFill>
                <a:latin typeface="Trebuchet MS" charset="0"/>
                <a:ea typeface="华文新魏" charset="0"/>
                <a:cs typeface="Trebuchet MS" charset="0"/>
              </a:rPr>
              <a:t>w</a:t>
            </a:r>
            <a:endParaRPr altLang="en-US" baseline="0" b="0" cap="none" sz="825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707" name="曲线"/>
          <p:cNvSpPr/>
          <p:nvPr/>
        </p:nvSpPr>
        <p:spPr>
          <a:xfrm>
            <a:off x="7015163" y="4879181"/>
            <a:ext cx="342900" cy="3429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ap="flat" cmpd="sng">
            <a:noFill/>
            <a:prstDash val="solid"/>
            <a:miter/>
          </a:ln>
        </p:spPr>
      </p:sp>
      <p:sp>
        <p:nvSpPr>
          <p:cNvPr id="1048708" name="曲线"/>
          <p:cNvSpPr/>
          <p:nvPr/>
        </p:nvSpPr>
        <p:spPr>
          <a:xfrm>
            <a:off x="5022057" y="2128837"/>
            <a:ext cx="235744" cy="242888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ap="flat" cmpd="sng">
            <a:noFill/>
            <a:prstDash val="solid"/>
            <a:miter/>
          </a:ln>
        </p:spPr>
      </p:sp>
      <p:sp>
        <p:nvSpPr>
          <p:cNvPr id="1048709" name="曲线"/>
          <p:cNvSpPr/>
          <p:nvPr/>
        </p:nvSpPr>
        <p:spPr>
          <a:xfrm>
            <a:off x="7015163" y="5279231"/>
            <a:ext cx="135730" cy="13573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ap="flat" cmpd="sng">
            <a:noFill/>
            <a:prstDash val="solid"/>
            <a:miter/>
          </a:ln>
        </p:spPr>
      </p:sp>
      <p:pic>
        <p:nvPicPr>
          <p:cNvPr id="2097166" name="Image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0007" y="3393279"/>
            <a:ext cx="1850231" cy="2564606"/>
          </a:xfrm>
          <a:prstGeom prst="rect"/>
          <a:noFill/>
          <a:ln w="12700" cap="flat" cmpd="sng">
            <a:noFill/>
            <a:prstDash val="solid"/>
            <a:miter/>
          </a:ln>
        </p:spPr>
      </p:pic>
      <p:sp>
        <p:nvSpPr>
          <p:cNvPr id="1048710" name="Text box"/>
          <p:cNvSpPr>
            <a:spLocks noGrp="1"/>
          </p:cNvSpPr>
          <p:nvPr>
            <p:ph type="title"/>
          </p:nvPr>
        </p:nvSpPr>
        <p:spPr>
          <a:xfrm>
            <a:off x="554832" y="1348454"/>
            <a:ext cx="6360318" cy="50302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2383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None/>
            </a:pPr>
            <a:r>
              <a:rPr altLang="zh-CN" baseline="0" b="0" cap="none" sz="3188" i="0" kern="1200" lang="en-US" spc="11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RESULTS AND SCREENSHOTS</a:t>
            </a:r>
            <a:endParaRPr altLang="en-US" baseline="0" b="0" cap="none" sz="3188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711" name="Rectangle"/>
          <p:cNvSpPr/>
          <p:nvPr/>
        </p:nvSpPr>
        <p:spPr>
          <a:xfrm>
            <a:off x="8457914" y="5712253"/>
            <a:ext cx="171450" cy="1195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5239" vert="horz" wrap="square">
            <a:prstTxWarp prst="textNoShape"/>
            <a:spAutoFit/>
          </a:bodyPr>
          <a:p>
            <a:pPr algn="l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825" i="0" kern="1200" lang="en-US" spc="8" strike="noStrike" u="none">
                <a:solidFill>
                  <a:srgbClr val="2D936B"/>
                </a:solidFill>
                <a:latin typeface="Trebuchet MS" charset="0"/>
                <a:ea typeface="华文新魏" charset="0"/>
                <a:cs typeface="Trebuchet MS" charset="0"/>
              </a:rPr>
              <a:t>11</a:t>
            </a:fld>
            <a:endParaRPr altLang="en-US" baseline="0" b="0" cap="none" sz="825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712" name="Rectangle"/>
          <p:cNvSpPr/>
          <p:nvPr/>
        </p:nvSpPr>
        <p:spPr>
          <a:xfrm>
            <a:off x="2057400" y="2623278"/>
            <a:ext cx="6400514" cy="7200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altLang="zh-CN" baseline="0" b="0" cap="none" sz="2100" i="0" kern="1200" lang="en-US" spc="0" strike="noStrike" u="none">
              <a:solidFill>
                <a:srgbClr val="0D0D0D"/>
              </a:solidFill>
              <a:latin typeface="Times New Roman" pitchFamily="18" charset="0"/>
              <a:ea typeface="华文新魏" charset="0"/>
              <a:cs typeface="Times New Roman" pitchFamily="18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altLang="en-US" baseline="0" b="0" cap="none" sz="2100" i="0" kern="1200" lang="zh-CN" spc="0" strike="noStrike" u="none">
              <a:solidFill>
                <a:schemeClr val="tx1"/>
              </a:solidFill>
              <a:latin typeface="Times New Roman" pitchFamily="18" charset="0"/>
              <a:ea typeface="华文新魏" charset="0"/>
              <a:cs typeface="Times New Roman" pitchFamily="18" charset="0"/>
            </a:endParaRPr>
          </a:p>
        </p:txBody>
      </p:sp>
      <p:sp>
        <p:nvSpPr>
          <p:cNvPr id="1048713" name="Rectangle"/>
          <p:cNvSpPr/>
          <p:nvPr/>
        </p:nvSpPr>
        <p:spPr>
          <a:xfrm>
            <a:off x="1837215" y="2563323"/>
            <a:ext cx="4578228" cy="16154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Fully functional portfolio website/app.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Demonstrates technical and design skills.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Improved professional visibility for the user.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 Screenshots of working modules/pages included.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Positive feedback from users and recruiters.</a:t>
            </a:r>
            <a:endParaRPr altLang="en-US" baseline="0" b="1" cap="none" sz="21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曲线"/>
          <p:cNvSpPr/>
          <p:nvPr/>
        </p:nvSpPr>
        <p:spPr>
          <a:xfrm>
            <a:off x="7015163" y="4879181"/>
            <a:ext cx="342900" cy="3429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ap="flat" cmpd="sng">
            <a:noFill/>
            <a:prstDash val="solid"/>
            <a:miter/>
          </a:ln>
        </p:spPr>
      </p:sp>
      <p:sp>
        <p:nvSpPr>
          <p:cNvPr id="1048718" name="曲线"/>
          <p:cNvSpPr/>
          <p:nvPr/>
        </p:nvSpPr>
        <p:spPr>
          <a:xfrm rot="10800000" flipH="1">
            <a:off x="5421566" y="1620593"/>
            <a:ext cx="453124" cy="4714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ap="flat" cmpd="sng">
            <a:noFill/>
            <a:prstDash val="solid"/>
            <a:miter/>
          </a:ln>
        </p:spPr>
      </p:sp>
      <p:sp>
        <p:nvSpPr>
          <p:cNvPr id="1048719" name="曲线"/>
          <p:cNvSpPr/>
          <p:nvPr/>
        </p:nvSpPr>
        <p:spPr>
          <a:xfrm>
            <a:off x="7015163" y="5279231"/>
            <a:ext cx="135730" cy="13573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ap="flat" cmpd="sng">
            <a:noFill/>
            <a:prstDash val="solid"/>
            <a:miter/>
          </a:ln>
        </p:spPr>
      </p:sp>
      <p:pic>
        <p:nvPicPr>
          <p:cNvPr id="2097167" name="Image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250156" y="5707856"/>
            <a:ext cx="57150" cy="133349"/>
          </a:xfrm>
          <a:prstGeom prst="rect"/>
          <a:noFill/>
          <a:ln w="12700" cap="flat" cmpd="sng">
            <a:noFill/>
            <a:prstDash val="solid"/>
            <a:miter/>
          </a:ln>
        </p:spPr>
      </p:pic>
      <p:sp>
        <p:nvSpPr>
          <p:cNvPr id="1048720" name="Text box"/>
          <p:cNvSpPr>
            <a:spLocks noGrp="1"/>
          </p:cNvSpPr>
          <p:nvPr>
            <p:ph type="title"/>
          </p:nvPr>
        </p:nvSpPr>
        <p:spPr>
          <a:xfrm>
            <a:off x="566499" y="1146333"/>
            <a:ext cx="3434000" cy="552926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10001" vert="horz" wrap="square">
            <a:prstTxWarp prst="textNoShape"/>
            <a:spAutoFit/>
          </a:bodyPr>
          <a:p>
            <a:pPr algn="l" indent="0" marL="9525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None/>
            </a:pPr>
            <a:r>
              <a:rPr altLang="zh-CN" baseline="0" b="0" cap="none" sz="3600" i="0" kern="1200" lang="en-US" spc="0" strike="noStrike" u="none">
                <a:solidFill>
                  <a:schemeClr val="accent1"/>
                </a:solidFill>
                <a:latin typeface="Trebuchet MS" charset="0"/>
                <a:ea typeface="方正姚体" charset="0"/>
                <a:cs typeface="Lucida Sans"/>
              </a:rPr>
              <a:t>CONCLUSION</a:t>
            </a:r>
            <a:endParaRPr altLang="en-US" baseline="0" b="0" cap="none" sz="3600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  <p:sp>
        <p:nvSpPr>
          <p:cNvPr id="1048721" name="Rectangle"/>
          <p:cNvSpPr/>
          <p:nvPr/>
        </p:nvSpPr>
        <p:spPr>
          <a:xfrm>
            <a:off x="8457914" y="5712253"/>
            <a:ext cx="171450" cy="1195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0" lIns="0" rIns="0" tIns="5239" vert="horz" wrap="square">
            <a:prstTxWarp prst="textNoShape"/>
            <a:spAutoFit/>
          </a:bodyPr>
          <a:p>
            <a:pPr algn="l" indent="0" marL="28575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fld id="{CAD2D6BD-DE1B-4B5F-8B41-2702339687B9}" type="slidenum">
              <a:rPr altLang="zh-CN" baseline="0" b="0" cap="none" sz="825" i="0" kern="1200" lang="en-US" spc="8" strike="noStrike" u="none">
                <a:solidFill>
                  <a:srgbClr val="2D936B"/>
                </a:solidFill>
                <a:latin typeface="Trebuchet MS" charset="0"/>
                <a:ea typeface="华文新魏" charset="0"/>
                <a:cs typeface="Trebuchet MS" charset="0"/>
              </a:rPr>
              <a:t>12</a:t>
            </a:fld>
            <a:endParaRPr altLang="en-US" baseline="0" b="0" cap="none" sz="825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  <p:sp>
        <p:nvSpPr>
          <p:cNvPr id="1048722" name="Rectangle"/>
          <p:cNvSpPr/>
          <p:nvPr/>
        </p:nvSpPr>
        <p:spPr>
          <a:xfrm>
            <a:off x="447930" y="2058691"/>
            <a:ext cx="4578228" cy="283464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Project successfully addressed the initial problem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Showcased a professional and modern portfolio solution.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 Enhanced technical, design, and presentation skills.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 Identified areas for future improvement and scalability.</a:t>
            </a:r>
          </a:p>
          <a:p>
            <a:pPr algn="l" indent="-257175" marL="257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altLang="zh-CN" baseline="0" b="1" cap="none" sz="2100" i="0" kern="1200" lang="en-US" spc="0" strike="noStrike" u="none">
                <a:solidFill>
                  <a:schemeClr val="tx1"/>
                </a:solidFill>
                <a:latin typeface="Trebuchet MS" charset="0"/>
                <a:ea typeface="华文新魏" charset="0"/>
                <a:cs typeface="Trebuchet MS" charset="0"/>
              </a:rPr>
              <a:t> Demonstrated readiness for professional opportunities.</a:t>
            </a:r>
            <a:endParaRPr altLang="en-US" baseline="0" b="1" cap="none" sz="2100" i="0" kern="1200" lang="zh-CN" spc="0" strike="noStrike" u="none">
              <a:solidFill>
                <a:schemeClr val="tx1"/>
              </a:solidFill>
              <a:latin typeface="Trebuchet MS" charset="0"/>
              <a:ea typeface="华文新魏" charset="0"/>
              <a:cs typeface="Trebuchet MS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ext box" descr="Double tap to add title 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altLang="en-US" baseline="0" b="0" cap="none" sz="3600" i="0" kern="1200" lang="zh-CN" spc="0" strike="noStrike" u="none">
              <a:solidFill>
                <a:schemeClr val="accent1"/>
              </a:solidFill>
              <a:latin typeface="Trebuchet MS" charset="0"/>
              <a:ea typeface="方正姚体" charset="0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Facet">
      <a:fillStyleLst>
        <a:solidFill>
          <a:schemeClr val="phClr"/>
        </a:solidFill>
        <a:gradFill/>
        <a:gradFill/>
      </a:fillStyleLst>
      <a:lnStyleLst/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/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Mydeen Mohammed</cp:lastModifiedBy>
  <dcterms:created xsi:type="dcterms:W3CDTF">2024-03-28T17:07:22Z</dcterms:created>
  <dcterms:modified xsi:type="dcterms:W3CDTF">2025-09-11T16:48:08Z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2024-03-20T16:00:00Z</vt:filetime>
  </property>
  <property fmtid="{D5CDD505-2E9C-101B-9397-08002B2CF9AE}" pid="3" name="LastSaved">
    <vt:filetime>2024-03-28T16:00:00Z</vt:filetime>
  </property>
  <property fmtid="{D5CDD505-2E9C-101B-9397-08002B2CF9AE}" pid="4" name="ICV">
    <vt:lpwstr>c33a1b94104a483092dfe3341b6974d3</vt:lpwstr>
  </property>
</Properties>
</file>